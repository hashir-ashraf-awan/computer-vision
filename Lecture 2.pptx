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4660"/>
  </p:normalViewPr>
  <p:slideViewPr>
    <p:cSldViewPr snapToGrid="0">
      <p:cViewPr varScale="1">
        <p:scale>
          <a:sx n="76" d="100"/>
          <a:sy n="76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5FF60-FAC1-944A-8B12-2282BF04D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DB5DA-16EB-59BF-F8AB-B9DD15CF9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7ABE6-381D-F1DF-D267-9BD4F3EF9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3A593-CF9C-EAB1-4B3F-EFB6AAA38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FBA33-7B7B-B57F-2987-B8EB6847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9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01B0-B03F-2414-944A-76A7A453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ABCE5-7ADB-D7AF-C39B-82AFA90F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3B30C-4102-500C-D564-B975D83E6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8A873-E629-2A29-F13A-A059CAC6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A8CDD-7568-1A11-A301-1D4543DF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72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F5CB-E44E-E04C-27CF-EB15976C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6F71C-F584-3395-E21E-A58EC9D2F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79173-F9DE-6F38-1FD6-187847CB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B4555-C086-40A7-0D89-3E1B35CAC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264C0-7CF4-C6D8-8926-194893D9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6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5212-E14E-6801-97A9-E1504FF5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DB495-794B-1B62-F0AE-770365BF9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D0E55-8F65-89CC-F1C3-BAEB42F76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146CA-99C4-D54F-1A5B-F318A1F4B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F6AEF-8D1E-0DC0-E0E3-CF9A7C15F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B40CF-92F6-3751-F536-2AA60A6D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7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99A9F-7607-AAEB-ED86-9A43D791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436B6-8209-2A53-53D6-C4717311D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8AF0F-CA9D-61D2-C37E-F545FC962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99CA3-24E2-9DEC-670C-93FDC7B52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D97D34-D576-BE5D-FFB2-06343EAA7E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CFAA5E-ACB6-D1BA-CDE2-EC7421120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CCBF6-6A6C-E01F-F802-554F229B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002C04-F807-F6D5-1C68-6C27486F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5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E397-1B7C-5445-B466-5CAB21BA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89F3D-B0A7-068D-3BBE-738D91ABB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92227-738C-4109-AC27-EBA139A5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74314-A93E-F11C-EC1D-E59300D3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60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CC4AC-2504-531F-67E8-DDD86E25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5C6C3-26B3-DF07-F68F-831D3BDD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8185F-AB55-3495-AF26-BB174D689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7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71CE-0ED3-6BD3-4CC7-CAB6B1687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2967C-E5C7-280B-9FEF-D62DAFDBA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D8C93-3779-646B-06C2-BD864EC4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3FEB2-7930-E859-9D11-0DC2E2EF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5DBB-C945-E491-4A05-488D8C73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8B1B9-053A-FEC7-F41B-F71742B3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6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A50D-7793-5F92-AA5A-1C24C285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4C79AD-437E-9A51-7398-A5BAE0798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080A5-AECB-B7B1-D8CF-9BD797D89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C7907-86A2-2AC9-379A-6026D6B4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E73F3-DDB1-7C80-DEBA-EE0F9FED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D5FB0-ACCD-9E97-8DBB-498BBFF9C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4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C2B6-E0AF-2F5E-BC19-F055FCBE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4470B-AD8E-1383-29AB-2E473D4E0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C8E10-9FF4-E720-6A99-0B7D4033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B11EE-B770-D01B-C3D1-284E35C3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D57F-8A24-4834-055C-66D1DA2C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9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B5500-18E1-7669-56F6-94F08207E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D00BA-B4FA-851B-07D3-62E4D608D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5B844-9C11-5C0E-5D35-08C33342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32BA-83A0-8B32-5EA2-5657DFCFA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BC633-FDDD-DD10-8BFE-83983B52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9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9A9209-FC38-4CB4-B644-9B3383C7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9A260-0377-B00B-5AED-C6FCB17B0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78BBC-7BE6-C6A6-FF52-393B45735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E8C19-91C7-45FE-ACD6-11FAD9B018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B68FE-2658-C4B3-5220-F22EB1CB5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60406-BDDF-C3F8-1088-D8A00BA0E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1C4E2-E86C-420A-A8D8-A982C1A1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04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1024-AF71-826B-1889-D3300EC31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CS-474 </a:t>
            </a:r>
            <a:r>
              <a:rPr lang="en-US"/>
              <a:t>Computer Vision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C66EB-9756-A227-8F2A-393C3C4F1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2</a:t>
            </a:r>
          </a:p>
          <a:p>
            <a:r>
              <a:rPr lang="en-US" dirty="0"/>
              <a:t>Dr. Shahid Ismail</a:t>
            </a:r>
          </a:p>
        </p:txBody>
      </p:sp>
    </p:spTree>
    <p:extLst>
      <p:ext uri="{BB962C8B-B14F-4D97-AF65-F5344CB8AC3E}">
        <p14:creationId xmlns:p14="http://schemas.microsoft.com/office/powerpoint/2010/main" val="72027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2BC2-0234-EDEE-2647-948F3C0F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A4E88-74F1-B53B-D4E8-BDFBF4BD9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98E51-F31F-3E6B-EF8B-6987A897F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1528762"/>
            <a:ext cx="100488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59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81EC-8929-5040-E647-65924B718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5957-1194-60DD-F1D0-6A8A573A0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6C91F-1DD7-0AB9-738A-4174145EF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695325"/>
            <a:ext cx="97155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46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CS-474 Computer Vision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Shahid Ismail</dc:creator>
  <cp:lastModifiedBy>Dr Shahid Ismail</cp:lastModifiedBy>
  <cp:revision>4</cp:revision>
  <dcterms:created xsi:type="dcterms:W3CDTF">2026-01-29T02:58:25Z</dcterms:created>
  <dcterms:modified xsi:type="dcterms:W3CDTF">2026-01-29T03:33:21Z</dcterms:modified>
</cp:coreProperties>
</file>