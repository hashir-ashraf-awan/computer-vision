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4"/>
  </p:notesMasterIdLst>
  <p:sldIdLst>
    <p:sldId id="256" r:id="rId2"/>
    <p:sldId id="343" r:id="rId3"/>
    <p:sldId id="347" r:id="rId4"/>
    <p:sldId id="348" r:id="rId5"/>
    <p:sldId id="349" r:id="rId6"/>
    <p:sldId id="350" r:id="rId7"/>
    <p:sldId id="369" r:id="rId8"/>
    <p:sldId id="370" r:id="rId9"/>
    <p:sldId id="371" r:id="rId10"/>
    <p:sldId id="372" r:id="rId11"/>
    <p:sldId id="375" r:id="rId12"/>
    <p:sldId id="374" r:id="rId13"/>
    <p:sldId id="385" r:id="rId14"/>
    <p:sldId id="387" r:id="rId15"/>
    <p:sldId id="388" r:id="rId16"/>
    <p:sldId id="393" r:id="rId17"/>
    <p:sldId id="396" r:id="rId18"/>
    <p:sldId id="382" r:id="rId19"/>
    <p:sldId id="399" r:id="rId20"/>
    <p:sldId id="425" r:id="rId21"/>
    <p:sldId id="427" r:id="rId22"/>
    <p:sldId id="431" r:id="rId23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26E9E7D-1035-4243-9435-3D4F5BCFB2EC}">
          <p14:sldIdLst>
            <p14:sldId id="256"/>
          </p14:sldIdLst>
        </p14:section>
        <p14:section name="Freuqncy Filtering" id="{027CB3D6-A8CB-436B-A5C3-4E3C3516817A}">
          <p14:sldIdLst>
            <p14:sldId id="343"/>
            <p14:sldId id="347"/>
            <p14:sldId id="348"/>
            <p14:sldId id="349"/>
            <p14:sldId id="350"/>
            <p14:sldId id="369"/>
            <p14:sldId id="370"/>
            <p14:sldId id="371"/>
            <p14:sldId id="372"/>
            <p14:sldId id="375"/>
            <p14:sldId id="374"/>
            <p14:sldId id="385"/>
            <p14:sldId id="387"/>
            <p14:sldId id="388"/>
            <p14:sldId id="393"/>
            <p14:sldId id="396"/>
            <p14:sldId id="382"/>
            <p14:sldId id="399"/>
            <p14:sldId id="425"/>
            <p14:sldId id="427"/>
            <p14:sldId id="43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800000"/>
    <a:srgbClr val="E6FB6B"/>
    <a:srgbClr val="FF0000"/>
    <a:srgbClr val="663300"/>
    <a:srgbClr val="000066"/>
    <a:srgbClr val="003366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82" autoAdjust="0"/>
    <p:restoredTop sz="93638" autoAdjust="0"/>
  </p:normalViewPr>
  <p:slideViewPr>
    <p:cSldViewPr>
      <p:cViewPr varScale="1">
        <p:scale>
          <a:sx n="67" d="100"/>
          <a:sy n="67" d="100"/>
        </p:scale>
        <p:origin x="45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3150"/>
    </p:cViewPr>
  </p:sorterViewPr>
  <p:notesViewPr>
    <p:cSldViewPr>
      <p:cViewPr varScale="1">
        <p:scale>
          <a:sx n="55" d="100"/>
          <a:sy n="55" d="100"/>
        </p:scale>
        <p:origin x="-2856" y="-102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0" y="4560570"/>
            <a:ext cx="536448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AFF8DE88-C318-462F-983F-A0090CF555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041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2694D1-597F-4610-912E-CD2B53554420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8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25"/>
          <p:cNvGrpSpPr>
            <a:grpSpLocks/>
          </p:cNvGrpSpPr>
          <p:nvPr/>
        </p:nvGrpSpPr>
        <p:grpSpPr bwMode="auto">
          <a:xfrm>
            <a:off x="0" y="68263"/>
            <a:ext cx="8678863" cy="6713537"/>
            <a:chOff x="0" y="43"/>
            <a:chExt cx="5467" cy="4229"/>
          </a:xfrm>
        </p:grpSpPr>
        <p:sp>
          <p:nvSpPr>
            <p:cNvPr id="5" name="Rectangle 217"/>
            <p:cNvSpPr>
              <a:spLocks noChangeArrowheads="1"/>
            </p:cNvSpPr>
            <p:nvPr userDrawn="1"/>
          </p:nvSpPr>
          <p:spPr bwMode="auto">
            <a:xfrm>
              <a:off x="692" y="494"/>
              <a:ext cx="4775" cy="936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 sz="2400"/>
            </a:p>
          </p:txBody>
        </p:sp>
        <p:grpSp>
          <p:nvGrpSpPr>
            <p:cNvPr id="6" name="Group 324"/>
            <p:cNvGrpSpPr>
              <a:grpSpLocks/>
            </p:cNvGrpSpPr>
            <p:nvPr userDrawn="1"/>
          </p:nvGrpSpPr>
          <p:grpSpPr bwMode="auto">
            <a:xfrm>
              <a:off x="0" y="43"/>
              <a:ext cx="624" cy="4229"/>
              <a:chOff x="0" y="43"/>
              <a:chExt cx="624" cy="4229"/>
            </a:xfrm>
          </p:grpSpPr>
          <p:sp>
            <p:nvSpPr>
              <p:cNvPr id="7" name="Line 224"/>
              <p:cNvSpPr>
                <a:spLocks noChangeShapeType="1"/>
              </p:cNvSpPr>
              <p:nvPr userDrawn="1"/>
            </p:nvSpPr>
            <p:spPr bwMode="auto">
              <a:xfrm>
                <a:off x="0" y="4203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8" name="Line 225"/>
              <p:cNvSpPr>
                <a:spLocks noChangeShapeType="1"/>
              </p:cNvSpPr>
              <p:nvPr userDrawn="1"/>
            </p:nvSpPr>
            <p:spPr bwMode="auto">
              <a:xfrm>
                <a:off x="0" y="4239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9" name="Line 226"/>
              <p:cNvSpPr>
                <a:spLocks noChangeShapeType="1"/>
              </p:cNvSpPr>
              <p:nvPr userDrawn="1"/>
            </p:nvSpPr>
            <p:spPr bwMode="auto">
              <a:xfrm>
                <a:off x="0" y="4272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0" name="Line 227"/>
              <p:cNvSpPr>
                <a:spLocks noChangeShapeType="1"/>
              </p:cNvSpPr>
              <p:nvPr userDrawn="1"/>
            </p:nvSpPr>
            <p:spPr bwMode="auto">
              <a:xfrm>
                <a:off x="0" y="4113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" name="Line 228"/>
              <p:cNvSpPr>
                <a:spLocks noChangeShapeType="1"/>
              </p:cNvSpPr>
              <p:nvPr userDrawn="1"/>
            </p:nvSpPr>
            <p:spPr bwMode="auto">
              <a:xfrm>
                <a:off x="0" y="4065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" name="Line 229"/>
              <p:cNvSpPr>
                <a:spLocks noChangeShapeType="1"/>
              </p:cNvSpPr>
              <p:nvPr userDrawn="1"/>
            </p:nvSpPr>
            <p:spPr bwMode="auto">
              <a:xfrm>
                <a:off x="0" y="4158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3" name="Line 230"/>
              <p:cNvSpPr>
                <a:spLocks noChangeShapeType="1"/>
              </p:cNvSpPr>
              <p:nvPr userDrawn="1"/>
            </p:nvSpPr>
            <p:spPr bwMode="auto">
              <a:xfrm>
                <a:off x="0" y="366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4" name="Line 231"/>
              <p:cNvSpPr>
                <a:spLocks noChangeShapeType="1"/>
              </p:cNvSpPr>
              <p:nvPr userDrawn="1"/>
            </p:nvSpPr>
            <p:spPr bwMode="auto">
              <a:xfrm>
                <a:off x="0" y="3639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5" name="Line 232"/>
              <p:cNvSpPr>
                <a:spLocks noChangeShapeType="1"/>
              </p:cNvSpPr>
              <p:nvPr userDrawn="1"/>
            </p:nvSpPr>
            <p:spPr bwMode="auto">
              <a:xfrm>
                <a:off x="0" y="4020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6" name="Line 233"/>
              <p:cNvSpPr>
                <a:spLocks noChangeShapeType="1"/>
              </p:cNvSpPr>
              <p:nvPr userDrawn="1"/>
            </p:nvSpPr>
            <p:spPr bwMode="auto">
              <a:xfrm>
                <a:off x="0" y="3894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7" name="Line 234"/>
              <p:cNvSpPr>
                <a:spLocks noChangeShapeType="1"/>
              </p:cNvSpPr>
              <p:nvPr userDrawn="1"/>
            </p:nvSpPr>
            <p:spPr bwMode="auto">
              <a:xfrm>
                <a:off x="0" y="3813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8" name="Line 235"/>
              <p:cNvSpPr>
                <a:spLocks noChangeShapeType="1"/>
              </p:cNvSpPr>
              <p:nvPr userDrawn="1"/>
            </p:nvSpPr>
            <p:spPr bwMode="auto">
              <a:xfrm>
                <a:off x="0" y="3999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9" name="Line 236"/>
              <p:cNvSpPr>
                <a:spLocks noChangeShapeType="1"/>
              </p:cNvSpPr>
              <p:nvPr userDrawn="1"/>
            </p:nvSpPr>
            <p:spPr bwMode="auto">
              <a:xfrm>
                <a:off x="0" y="3687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20" name="Line 237"/>
              <p:cNvSpPr>
                <a:spLocks noChangeShapeType="1"/>
              </p:cNvSpPr>
              <p:nvPr userDrawn="1"/>
            </p:nvSpPr>
            <p:spPr bwMode="auto">
              <a:xfrm>
                <a:off x="0" y="3741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21" name="Line 238"/>
              <p:cNvSpPr>
                <a:spLocks noChangeShapeType="1"/>
              </p:cNvSpPr>
              <p:nvPr userDrawn="1"/>
            </p:nvSpPr>
            <p:spPr bwMode="auto">
              <a:xfrm>
                <a:off x="0" y="393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22" name="Line 239"/>
              <p:cNvSpPr>
                <a:spLocks noChangeShapeType="1"/>
              </p:cNvSpPr>
              <p:nvPr userDrawn="1"/>
            </p:nvSpPr>
            <p:spPr bwMode="auto">
              <a:xfrm>
                <a:off x="0" y="391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23" name="Line 240"/>
              <p:cNvSpPr>
                <a:spLocks noChangeShapeType="1"/>
              </p:cNvSpPr>
              <p:nvPr userDrawn="1"/>
            </p:nvSpPr>
            <p:spPr bwMode="auto">
              <a:xfrm>
                <a:off x="0" y="351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24" name="Line 241"/>
              <p:cNvSpPr>
                <a:spLocks noChangeShapeType="1"/>
              </p:cNvSpPr>
              <p:nvPr userDrawn="1"/>
            </p:nvSpPr>
            <p:spPr bwMode="auto">
              <a:xfrm>
                <a:off x="0" y="354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25" name="Line 242"/>
              <p:cNvSpPr>
                <a:spLocks noChangeShapeType="1"/>
              </p:cNvSpPr>
              <p:nvPr userDrawn="1"/>
            </p:nvSpPr>
            <p:spPr bwMode="auto">
              <a:xfrm>
                <a:off x="0" y="357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26" name="Line 243"/>
              <p:cNvSpPr>
                <a:spLocks noChangeShapeType="1"/>
              </p:cNvSpPr>
              <p:nvPr userDrawn="1"/>
            </p:nvSpPr>
            <p:spPr bwMode="auto">
              <a:xfrm>
                <a:off x="0" y="3420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27" name="Line 244"/>
              <p:cNvSpPr>
                <a:spLocks noChangeShapeType="1"/>
              </p:cNvSpPr>
              <p:nvPr userDrawn="1"/>
            </p:nvSpPr>
            <p:spPr bwMode="auto">
              <a:xfrm>
                <a:off x="0" y="3372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28" name="Line 245"/>
              <p:cNvSpPr>
                <a:spLocks noChangeShapeType="1"/>
              </p:cNvSpPr>
              <p:nvPr userDrawn="1"/>
            </p:nvSpPr>
            <p:spPr bwMode="auto">
              <a:xfrm>
                <a:off x="0" y="3465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29" name="Line 246"/>
              <p:cNvSpPr>
                <a:spLocks noChangeShapeType="1"/>
              </p:cNvSpPr>
              <p:nvPr userDrawn="1"/>
            </p:nvSpPr>
            <p:spPr bwMode="auto">
              <a:xfrm>
                <a:off x="0" y="2973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30" name="Line 247"/>
              <p:cNvSpPr>
                <a:spLocks noChangeShapeType="1"/>
              </p:cNvSpPr>
              <p:nvPr userDrawn="1"/>
            </p:nvSpPr>
            <p:spPr bwMode="auto">
              <a:xfrm>
                <a:off x="0" y="294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31" name="Line 248"/>
              <p:cNvSpPr>
                <a:spLocks noChangeShapeType="1"/>
              </p:cNvSpPr>
              <p:nvPr userDrawn="1"/>
            </p:nvSpPr>
            <p:spPr bwMode="auto">
              <a:xfrm>
                <a:off x="0" y="3327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32" name="Line 249"/>
              <p:cNvSpPr>
                <a:spLocks noChangeShapeType="1"/>
              </p:cNvSpPr>
              <p:nvPr userDrawn="1"/>
            </p:nvSpPr>
            <p:spPr bwMode="auto">
              <a:xfrm>
                <a:off x="0" y="3201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33" name="Line 250"/>
              <p:cNvSpPr>
                <a:spLocks noChangeShapeType="1"/>
              </p:cNvSpPr>
              <p:nvPr userDrawn="1"/>
            </p:nvSpPr>
            <p:spPr bwMode="auto">
              <a:xfrm>
                <a:off x="0" y="3120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34" name="Line 251"/>
              <p:cNvSpPr>
                <a:spLocks noChangeShapeType="1"/>
              </p:cNvSpPr>
              <p:nvPr userDrawn="1"/>
            </p:nvSpPr>
            <p:spPr bwMode="auto">
              <a:xfrm>
                <a:off x="0" y="330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35" name="Line 252"/>
              <p:cNvSpPr>
                <a:spLocks noChangeShapeType="1"/>
              </p:cNvSpPr>
              <p:nvPr userDrawn="1"/>
            </p:nvSpPr>
            <p:spPr bwMode="auto">
              <a:xfrm>
                <a:off x="0" y="2994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36" name="Line 253"/>
              <p:cNvSpPr>
                <a:spLocks noChangeShapeType="1"/>
              </p:cNvSpPr>
              <p:nvPr userDrawn="1"/>
            </p:nvSpPr>
            <p:spPr bwMode="auto">
              <a:xfrm>
                <a:off x="0" y="3048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37" name="Line 254"/>
              <p:cNvSpPr>
                <a:spLocks noChangeShapeType="1"/>
              </p:cNvSpPr>
              <p:nvPr userDrawn="1"/>
            </p:nvSpPr>
            <p:spPr bwMode="auto">
              <a:xfrm>
                <a:off x="0" y="3246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38" name="Line 255"/>
              <p:cNvSpPr>
                <a:spLocks noChangeShapeType="1"/>
              </p:cNvSpPr>
              <p:nvPr userDrawn="1"/>
            </p:nvSpPr>
            <p:spPr bwMode="auto">
              <a:xfrm>
                <a:off x="0" y="3225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39" name="Line 256"/>
              <p:cNvSpPr>
                <a:spLocks noChangeShapeType="1"/>
              </p:cNvSpPr>
              <p:nvPr userDrawn="1"/>
            </p:nvSpPr>
            <p:spPr bwMode="auto">
              <a:xfrm>
                <a:off x="0" y="2831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40" name="Line 257"/>
              <p:cNvSpPr>
                <a:spLocks noChangeShapeType="1"/>
              </p:cNvSpPr>
              <p:nvPr userDrawn="1"/>
            </p:nvSpPr>
            <p:spPr bwMode="auto">
              <a:xfrm>
                <a:off x="0" y="2750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41" name="Line 258"/>
              <p:cNvSpPr>
                <a:spLocks noChangeShapeType="1"/>
              </p:cNvSpPr>
              <p:nvPr userDrawn="1"/>
            </p:nvSpPr>
            <p:spPr bwMode="auto">
              <a:xfrm>
                <a:off x="0" y="2678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42" name="Line 259"/>
              <p:cNvSpPr>
                <a:spLocks noChangeShapeType="1"/>
              </p:cNvSpPr>
              <p:nvPr userDrawn="1"/>
            </p:nvSpPr>
            <p:spPr bwMode="auto">
              <a:xfrm>
                <a:off x="0" y="2876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43" name="Line 260"/>
              <p:cNvSpPr>
                <a:spLocks noChangeShapeType="1"/>
              </p:cNvSpPr>
              <p:nvPr userDrawn="1"/>
            </p:nvSpPr>
            <p:spPr bwMode="auto">
              <a:xfrm>
                <a:off x="0" y="2855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44" name="Line 261"/>
              <p:cNvSpPr>
                <a:spLocks noChangeShapeType="1"/>
              </p:cNvSpPr>
              <p:nvPr userDrawn="1"/>
            </p:nvSpPr>
            <p:spPr bwMode="auto">
              <a:xfrm>
                <a:off x="0" y="2554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45" name="Line 262"/>
              <p:cNvSpPr>
                <a:spLocks noChangeShapeType="1"/>
              </p:cNvSpPr>
              <p:nvPr userDrawn="1"/>
            </p:nvSpPr>
            <p:spPr bwMode="auto">
              <a:xfrm>
                <a:off x="0" y="2590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46" name="Line 263"/>
              <p:cNvSpPr>
                <a:spLocks noChangeShapeType="1"/>
              </p:cNvSpPr>
              <p:nvPr userDrawn="1"/>
            </p:nvSpPr>
            <p:spPr bwMode="auto">
              <a:xfrm>
                <a:off x="0" y="2623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47" name="Line 264"/>
              <p:cNvSpPr>
                <a:spLocks noChangeShapeType="1"/>
              </p:cNvSpPr>
              <p:nvPr userDrawn="1"/>
            </p:nvSpPr>
            <p:spPr bwMode="auto">
              <a:xfrm>
                <a:off x="0" y="2464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48" name="Line 265"/>
              <p:cNvSpPr>
                <a:spLocks noChangeShapeType="1"/>
              </p:cNvSpPr>
              <p:nvPr userDrawn="1"/>
            </p:nvSpPr>
            <p:spPr bwMode="auto">
              <a:xfrm>
                <a:off x="0" y="2416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49" name="Line 266"/>
              <p:cNvSpPr>
                <a:spLocks noChangeShapeType="1"/>
              </p:cNvSpPr>
              <p:nvPr userDrawn="1"/>
            </p:nvSpPr>
            <p:spPr bwMode="auto">
              <a:xfrm>
                <a:off x="0" y="250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50" name="Line 267"/>
              <p:cNvSpPr>
                <a:spLocks noChangeShapeType="1"/>
              </p:cNvSpPr>
              <p:nvPr userDrawn="1"/>
            </p:nvSpPr>
            <p:spPr bwMode="auto">
              <a:xfrm>
                <a:off x="0" y="2371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51" name="Line 268"/>
              <p:cNvSpPr>
                <a:spLocks noChangeShapeType="1"/>
              </p:cNvSpPr>
              <p:nvPr userDrawn="1"/>
            </p:nvSpPr>
            <p:spPr bwMode="auto">
              <a:xfrm>
                <a:off x="0" y="2245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52" name="Line 269"/>
              <p:cNvSpPr>
                <a:spLocks noChangeShapeType="1"/>
              </p:cNvSpPr>
              <p:nvPr userDrawn="1"/>
            </p:nvSpPr>
            <p:spPr bwMode="auto">
              <a:xfrm>
                <a:off x="0" y="235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53" name="Line 270"/>
              <p:cNvSpPr>
                <a:spLocks noChangeShapeType="1"/>
              </p:cNvSpPr>
              <p:nvPr userDrawn="1"/>
            </p:nvSpPr>
            <p:spPr bwMode="auto">
              <a:xfrm>
                <a:off x="0" y="2290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54" name="Line 271"/>
              <p:cNvSpPr>
                <a:spLocks noChangeShapeType="1"/>
              </p:cNvSpPr>
              <p:nvPr userDrawn="1"/>
            </p:nvSpPr>
            <p:spPr bwMode="auto">
              <a:xfrm>
                <a:off x="0" y="2269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55" name="Line 272"/>
              <p:cNvSpPr>
                <a:spLocks noChangeShapeType="1"/>
              </p:cNvSpPr>
              <p:nvPr userDrawn="1"/>
            </p:nvSpPr>
            <p:spPr bwMode="auto">
              <a:xfrm>
                <a:off x="0" y="213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56" name="Line 273"/>
              <p:cNvSpPr>
                <a:spLocks noChangeShapeType="1"/>
              </p:cNvSpPr>
              <p:nvPr userDrawn="1"/>
            </p:nvSpPr>
            <p:spPr bwMode="auto">
              <a:xfrm>
                <a:off x="0" y="216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57" name="Line 274"/>
              <p:cNvSpPr>
                <a:spLocks noChangeShapeType="1"/>
              </p:cNvSpPr>
              <p:nvPr userDrawn="1"/>
            </p:nvSpPr>
            <p:spPr bwMode="auto">
              <a:xfrm>
                <a:off x="0" y="219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58" name="Line 275"/>
              <p:cNvSpPr>
                <a:spLocks noChangeShapeType="1"/>
              </p:cNvSpPr>
              <p:nvPr userDrawn="1"/>
            </p:nvSpPr>
            <p:spPr bwMode="auto">
              <a:xfrm>
                <a:off x="0" y="2040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59" name="Line 276"/>
              <p:cNvSpPr>
                <a:spLocks noChangeShapeType="1"/>
              </p:cNvSpPr>
              <p:nvPr userDrawn="1"/>
            </p:nvSpPr>
            <p:spPr bwMode="auto">
              <a:xfrm>
                <a:off x="0" y="1992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60" name="Line 277"/>
              <p:cNvSpPr>
                <a:spLocks noChangeShapeType="1"/>
              </p:cNvSpPr>
              <p:nvPr userDrawn="1"/>
            </p:nvSpPr>
            <p:spPr bwMode="auto">
              <a:xfrm>
                <a:off x="0" y="2085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61" name="Line 278"/>
              <p:cNvSpPr>
                <a:spLocks noChangeShapeType="1"/>
              </p:cNvSpPr>
              <p:nvPr userDrawn="1"/>
            </p:nvSpPr>
            <p:spPr bwMode="auto">
              <a:xfrm>
                <a:off x="0" y="1593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62" name="Line 279"/>
              <p:cNvSpPr>
                <a:spLocks noChangeShapeType="1"/>
              </p:cNvSpPr>
              <p:nvPr userDrawn="1"/>
            </p:nvSpPr>
            <p:spPr bwMode="auto">
              <a:xfrm>
                <a:off x="0" y="156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63" name="Line 280"/>
              <p:cNvSpPr>
                <a:spLocks noChangeShapeType="1"/>
              </p:cNvSpPr>
              <p:nvPr userDrawn="1"/>
            </p:nvSpPr>
            <p:spPr bwMode="auto">
              <a:xfrm>
                <a:off x="0" y="1947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64" name="Line 281"/>
              <p:cNvSpPr>
                <a:spLocks noChangeShapeType="1"/>
              </p:cNvSpPr>
              <p:nvPr userDrawn="1"/>
            </p:nvSpPr>
            <p:spPr bwMode="auto">
              <a:xfrm>
                <a:off x="0" y="1821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65" name="Line 282"/>
              <p:cNvSpPr>
                <a:spLocks noChangeShapeType="1"/>
              </p:cNvSpPr>
              <p:nvPr userDrawn="1"/>
            </p:nvSpPr>
            <p:spPr bwMode="auto">
              <a:xfrm>
                <a:off x="0" y="1740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66" name="Line 283"/>
              <p:cNvSpPr>
                <a:spLocks noChangeShapeType="1"/>
              </p:cNvSpPr>
              <p:nvPr userDrawn="1"/>
            </p:nvSpPr>
            <p:spPr bwMode="auto">
              <a:xfrm>
                <a:off x="0" y="192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67" name="Line 284"/>
              <p:cNvSpPr>
                <a:spLocks noChangeShapeType="1"/>
              </p:cNvSpPr>
              <p:nvPr userDrawn="1"/>
            </p:nvSpPr>
            <p:spPr bwMode="auto">
              <a:xfrm>
                <a:off x="0" y="1614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68" name="Line 285"/>
              <p:cNvSpPr>
                <a:spLocks noChangeShapeType="1"/>
              </p:cNvSpPr>
              <p:nvPr userDrawn="1"/>
            </p:nvSpPr>
            <p:spPr bwMode="auto">
              <a:xfrm>
                <a:off x="0" y="1668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69" name="Line 286"/>
              <p:cNvSpPr>
                <a:spLocks noChangeShapeType="1"/>
              </p:cNvSpPr>
              <p:nvPr userDrawn="1"/>
            </p:nvSpPr>
            <p:spPr bwMode="auto">
              <a:xfrm>
                <a:off x="0" y="1866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70" name="Line 287"/>
              <p:cNvSpPr>
                <a:spLocks noChangeShapeType="1"/>
              </p:cNvSpPr>
              <p:nvPr userDrawn="1"/>
            </p:nvSpPr>
            <p:spPr bwMode="auto">
              <a:xfrm>
                <a:off x="0" y="1845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71" name="Line 288"/>
              <p:cNvSpPr>
                <a:spLocks noChangeShapeType="1"/>
              </p:cNvSpPr>
              <p:nvPr userDrawn="1"/>
            </p:nvSpPr>
            <p:spPr bwMode="auto">
              <a:xfrm>
                <a:off x="0" y="1437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72" name="Line 289"/>
              <p:cNvSpPr>
                <a:spLocks noChangeShapeType="1"/>
              </p:cNvSpPr>
              <p:nvPr userDrawn="1"/>
            </p:nvSpPr>
            <p:spPr bwMode="auto">
              <a:xfrm>
                <a:off x="0" y="1473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73" name="Line 290"/>
              <p:cNvSpPr>
                <a:spLocks noChangeShapeType="1"/>
              </p:cNvSpPr>
              <p:nvPr userDrawn="1"/>
            </p:nvSpPr>
            <p:spPr bwMode="auto">
              <a:xfrm>
                <a:off x="0" y="1506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74" name="Line 291"/>
              <p:cNvSpPr>
                <a:spLocks noChangeShapeType="1"/>
              </p:cNvSpPr>
              <p:nvPr userDrawn="1"/>
            </p:nvSpPr>
            <p:spPr bwMode="auto">
              <a:xfrm>
                <a:off x="0" y="1347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75" name="Line 292"/>
              <p:cNvSpPr>
                <a:spLocks noChangeShapeType="1"/>
              </p:cNvSpPr>
              <p:nvPr userDrawn="1"/>
            </p:nvSpPr>
            <p:spPr bwMode="auto">
              <a:xfrm>
                <a:off x="0" y="1392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76" name="Line 293"/>
              <p:cNvSpPr>
                <a:spLocks noChangeShapeType="1"/>
              </p:cNvSpPr>
              <p:nvPr userDrawn="1"/>
            </p:nvSpPr>
            <p:spPr bwMode="auto">
              <a:xfrm>
                <a:off x="0" y="101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77" name="Line 294"/>
              <p:cNvSpPr>
                <a:spLocks noChangeShapeType="1"/>
              </p:cNvSpPr>
              <p:nvPr userDrawn="1"/>
            </p:nvSpPr>
            <p:spPr bwMode="auto">
              <a:xfrm>
                <a:off x="0" y="989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78" name="Line 295"/>
              <p:cNvSpPr>
                <a:spLocks noChangeShapeType="1"/>
              </p:cNvSpPr>
              <p:nvPr userDrawn="1"/>
            </p:nvSpPr>
            <p:spPr bwMode="auto">
              <a:xfrm>
                <a:off x="0" y="1244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79" name="Line 296"/>
              <p:cNvSpPr>
                <a:spLocks noChangeShapeType="1"/>
              </p:cNvSpPr>
              <p:nvPr userDrawn="1"/>
            </p:nvSpPr>
            <p:spPr bwMode="auto">
              <a:xfrm>
                <a:off x="0" y="1163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80" name="Line 297"/>
              <p:cNvSpPr>
                <a:spLocks noChangeShapeType="1"/>
              </p:cNvSpPr>
              <p:nvPr userDrawn="1"/>
            </p:nvSpPr>
            <p:spPr bwMode="auto">
              <a:xfrm>
                <a:off x="0" y="1037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81" name="Line 298"/>
              <p:cNvSpPr>
                <a:spLocks noChangeShapeType="1"/>
              </p:cNvSpPr>
              <p:nvPr userDrawn="1"/>
            </p:nvSpPr>
            <p:spPr bwMode="auto">
              <a:xfrm>
                <a:off x="0" y="1091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82" name="Line 299"/>
              <p:cNvSpPr>
                <a:spLocks noChangeShapeType="1"/>
              </p:cNvSpPr>
              <p:nvPr userDrawn="1"/>
            </p:nvSpPr>
            <p:spPr bwMode="auto">
              <a:xfrm>
                <a:off x="0" y="128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83" name="Line 300"/>
              <p:cNvSpPr>
                <a:spLocks noChangeShapeType="1"/>
              </p:cNvSpPr>
              <p:nvPr userDrawn="1"/>
            </p:nvSpPr>
            <p:spPr bwMode="auto">
              <a:xfrm>
                <a:off x="0" y="126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84" name="Line 301"/>
              <p:cNvSpPr>
                <a:spLocks noChangeShapeType="1"/>
              </p:cNvSpPr>
              <p:nvPr userDrawn="1"/>
            </p:nvSpPr>
            <p:spPr bwMode="auto">
              <a:xfrm>
                <a:off x="0" y="86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85" name="Line 302"/>
              <p:cNvSpPr>
                <a:spLocks noChangeShapeType="1"/>
              </p:cNvSpPr>
              <p:nvPr userDrawn="1"/>
            </p:nvSpPr>
            <p:spPr bwMode="auto">
              <a:xfrm>
                <a:off x="0" y="89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86" name="Line 303"/>
              <p:cNvSpPr>
                <a:spLocks noChangeShapeType="1"/>
              </p:cNvSpPr>
              <p:nvPr userDrawn="1"/>
            </p:nvSpPr>
            <p:spPr bwMode="auto">
              <a:xfrm>
                <a:off x="0" y="92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87" name="Line 304"/>
              <p:cNvSpPr>
                <a:spLocks noChangeShapeType="1"/>
              </p:cNvSpPr>
              <p:nvPr userDrawn="1"/>
            </p:nvSpPr>
            <p:spPr bwMode="auto">
              <a:xfrm>
                <a:off x="0" y="770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88" name="Line 305"/>
              <p:cNvSpPr>
                <a:spLocks noChangeShapeType="1"/>
              </p:cNvSpPr>
              <p:nvPr userDrawn="1"/>
            </p:nvSpPr>
            <p:spPr bwMode="auto">
              <a:xfrm>
                <a:off x="0" y="815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89" name="Line 306"/>
              <p:cNvSpPr>
                <a:spLocks noChangeShapeType="1"/>
              </p:cNvSpPr>
              <p:nvPr userDrawn="1"/>
            </p:nvSpPr>
            <p:spPr bwMode="auto">
              <a:xfrm>
                <a:off x="0" y="718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90" name="Line 307"/>
              <p:cNvSpPr>
                <a:spLocks noChangeShapeType="1"/>
              </p:cNvSpPr>
              <p:nvPr userDrawn="1"/>
            </p:nvSpPr>
            <p:spPr bwMode="auto">
              <a:xfrm>
                <a:off x="0" y="646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91" name="Line 308"/>
              <p:cNvSpPr>
                <a:spLocks noChangeShapeType="1"/>
              </p:cNvSpPr>
              <p:nvPr userDrawn="1"/>
            </p:nvSpPr>
            <p:spPr bwMode="auto">
              <a:xfrm>
                <a:off x="0" y="522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92" name="Line 309"/>
              <p:cNvSpPr>
                <a:spLocks noChangeShapeType="1"/>
              </p:cNvSpPr>
              <p:nvPr userDrawn="1"/>
            </p:nvSpPr>
            <p:spPr bwMode="auto">
              <a:xfrm>
                <a:off x="0" y="558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93" name="Line 310"/>
              <p:cNvSpPr>
                <a:spLocks noChangeShapeType="1"/>
              </p:cNvSpPr>
              <p:nvPr userDrawn="1"/>
            </p:nvSpPr>
            <p:spPr bwMode="auto">
              <a:xfrm>
                <a:off x="0" y="591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94" name="Line 311"/>
              <p:cNvSpPr>
                <a:spLocks noChangeShapeType="1"/>
              </p:cNvSpPr>
              <p:nvPr userDrawn="1"/>
            </p:nvSpPr>
            <p:spPr bwMode="auto">
              <a:xfrm>
                <a:off x="0" y="432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95" name="Line 312"/>
              <p:cNvSpPr>
                <a:spLocks noChangeShapeType="1"/>
              </p:cNvSpPr>
              <p:nvPr userDrawn="1"/>
            </p:nvSpPr>
            <p:spPr bwMode="auto">
              <a:xfrm>
                <a:off x="0" y="384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96" name="Line 313"/>
              <p:cNvSpPr>
                <a:spLocks noChangeShapeType="1"/>
              </p:cNvSpPr>
              <p:nvPr userDrawn="1"/>
            </p:nvSpPr>
            <p:spPr bwMode="auto">
              <a:xfrm>
                <a:off x="0" y="477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97" name="Line 314"/>
              <p:cNvSpPr>
                <a:spLocks noChangeShapeType="1"/>
              </p:cNvSpPr>
              <p:nvPr userDrawn="1"/>
            </p:nvSpPr>
            <p:spPr bwMode="auto">
              <a:xfrm>
                <a:off x="0" y="33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98" name="Line 315"/>
              <p:cNvSpPr>
                <a:spLocks noChangeShapeType="1"/>
              </p:cNvSpPr>
              <p:nvPr userDrawn="1"/>
            </p:nvSpPr>
            <p:spPr bwMode="auto">
              <a:xfrm>
                <a:off x="0" y="31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99" name="Line 316"/>
              <p:cNvSpPr>
                <a:spLocks noChangeShapeType="1"/>
              </p:cNvSpPr>
              <p:nvPr userDrawn="1"/>
            </p:nvSpPr>
            <p:spPr bwMode="auto">
              <a:xfrm>
                <a:off x="0" y="258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00" name="Line 317"/>
              <p:cNvSpPr>
                <a:spLocks noChangeShapeType="1"/>
              </p:cNvSpPr>
              <p:nvPr userDrawn="1"/>
            </p:nvSpPr>
            <p:spPr bwMode="auto">
              <a:xfrm>
                <a:off x="0" y="7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01" name="Line 318"/>
              <p:cNvSpPr>
                <a:spLocks noChangeShapeType="1"/>
              </p:cNvSpPr>
              <p:nvPr userDrawn="1"/>
            </p:nvSpPr>
            <p:spPr bwMode="auto">
              <a:xfrm>
                <a:off x="0" y="43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02" name="Line 319"/>
              <p:cNvSpPr>
                <a:spLocks noChangeShapeType="1"/>
              </p:cNvSpPr>
              <p:nvPr userDrawn="1"/>
            </p:nvSpPr>
            <p:spPr bwMode="auto">
              <a:xfrm>
                <a:off x="0" y="91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03" name="Line 320"/>
              <p:cNvSpPr>
                <a:spLocks noChangeShapeType="1"/>
              </p:cNvSpPr>
              <p:nvPr userDrawn="1"/>
            </p:nvSpPr>
            <p:spPr bwMode="auto">
              <a:xfrm>
                <a:off x="0" y="145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04" name="Line 321"/>
              <p:cNvSpPr>
                <a:spLocks noChangeShapeType="1"/>
              </p:cNvSpPr>
              <p:nvPr userDrawn="1"/>
            </p:nvSpPr>
            <p:spPr bwMode="auto">
              <a:xfrm>
                <a:off x="0" y="202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</p:grpSp>
      </p:grpSp>
      <p:sp>
        <p:nvSpPr>
          <p:cNvPr id="105" name="Rectangle 220"/>
          <p:cNvSpPr>
            <a:spLocks noChangeArrowheads="1"/>
          </p:cNvSpPr>
          <p:nvPr/>
        </p:nvSpPr>
        <p:spPr bwMode="auto">
          <a:xfrm>
            <a:off x="3017838" y="2120900"/>
            <a:ext cx="5662612" cy="77788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fr-FR" sz="2400"/>
          </a:p>
        </p:txBody>
      </p:sp>
      <p:sp>
        <p:nvSpPr>
          <p:cNvPr id="106" name="Rectangle 219"/>
          <p:cNvSpPr>
            <a:spLocks noChangeArrowheads="1"/>
          </p:cNvSpPr>
          <p:nvPr/>
        </p:nvSpPr>
        <p:spPr bwMode="auto">
          <a:xfrm>
            <a:off x="1098550" y="862013"/>
            <a:ext cx="5662613" cy="77787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fr-FR" sz="2400"/>
          </a:p>
        </p:txBody>
      </p:sp>
      <p:sp>
        <p:nvSpPr>
          <p:cNvPr id="108" name="Line 112"/>
          <p:cNvSpPr>
            <a:spLocks noChangeShapeType="1"/>
          </p:cNvSpPr>
          <p:nvPr userDrawn="1"/>
        </p:nvSpPr>
        <p:spPr bwMode="auto">
          <a:xfrm>
            <a:off x="0" y="6553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sp>
        <p:nvSpPr>
          <p:cNvPr id="3175" name="Rectangle 103"/>
          <p:cNvSpPr>
            <a:spLocks noGrp="1" noChangeArrowheads="1"/>
          </p:cNvSpPr>
          <p:nvPr>
            <p:ph type="ctrTitle"/>
          </p:nvPr>
        </p:nvSpPr>
        <p:spPr>
          <a:xfrm>
            <a:off x="1169988" y="1046163"/>
            <a:ext cx="7380287" cy="101282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293" name="Rectangle 221"/>
          <p:cNvSpPr>
            <a:spLocks noGrp="1" noChangeArrowheads="1"/>
          </p:cNvSpPr>
          <p:nvPr>
            <p:ph type="subTitle" idx="1"/>
          </p:nvPr>
        </p:nvSpPr>
        <p:spPr>
          <a:xfrm>
            <a:off x="1566863" y="2693988"/>
            <a:ext cx="6662737" cy="29940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9" name="Rectangle 10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3D8595-F6A7-402C-8694-6881CA8AD3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 autoUpdateAnimBg="0"/>
      <p:bldP spid="106" grpId="0" animBg="1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10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B704F1-D9CC-4EC6-B7DC-C8B8EFF929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10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41A62E-E0C2-4738-AB09-61CDB23BE8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09625" y="2214563"/>
            <a:ext cx="3902075" cy="3881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864100" y="2214563"/>
            <a:ext cx="3903663" cy="3881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10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4F042A-26C7-4D6A-A296-D02D077815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10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567FAC-F3D6-4B15-9C54-54A4283C9D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10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853703-37A8-4CD2-913B-673657AA1C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36E629-3E9D-4314-9EF5-5DD7E91486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10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EB8461-36ED-4ABF-B179-B9DFD6A1C5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10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FCDA5-0C00-45CF-9033-1FC9F5E08D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10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E03AF-A653-421F-BF12-BC18C4DC58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778625" y="609600"/>
            <a:ext cx="1989138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09625" y="609600"/>
            <a:ext cx="58166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10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6C68AA-8272-4A0D-95C1-8501D56246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25"/>
          <p:cNvGrpSpPr>
            <a:grpSpLocks/>
          </p:cNvGrpSpPr>
          <p:nvPr/>
        </p:nvGrpSpPr>
        <p:grpSpPr bwMode="auto">
          <a:xfrm>
            <a:off x="-304800" y="-228600"/>
            <a:ext cx="8915400" cy="6713538"/>
            <a:chOff x="0" y="43"/>
            <a:chExt cx="5616" cy="4229"/>
          </a:xfrm>
        </p:grpSpPr>
        <p:grpSp>
          <p:nvGrpSpPr>
            <p:cNvPr id="16393" name="Group 222"/>
            <p:cNvGrpSpPr>
              <a:grpSpLocks/>
            </p:cNvGrpSpPr>
            <p:nvPr userDrawn="1"/>
          </p:nvGrpSpPr>
          <p:grpSpPr bwMode="auto">
            <a:xfrm>
              <a:off x="0" y="43"/>
              <a:ext cx="408" cy="4229"/>
              <a:chOff x="0" y="43"/>
              <a:chExt cx="5760" cy="4229"/>
            </a:xfrm>
          </p:grpSpPr>
          <p:sp>
            <p:nvSpPr>
              <p:cNvPr id="1146" name="Line 122"/>
              <p:cNvSpPr>
                <a:spLocks noChangeShapeType="1"/>
              </p:cNvSpPr>
              <p:nvPr userDrawn="1"/>
            </p:nvSpPr>
            <p:spPr bwMode="auto">
              <a:xfrm>
                <a:off x="0" y="4203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47" name="Line 123"/>
              <p:cNvSpPr>
                <a:spLocks noChangeShapeType="1"/>
              </p:cNvSpPr>
              <p:nvPr userDrawn="1"/>
            </p:nvSpPr>
            <p:spPr bwMode="auto">
              <a:xfrm>
                <a:off x="0" y="4239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48" name="Line 124"/>
              <p:cNvSpPr>
                <a:spLocks noChangeShapeType="1"/>
              </p:cNvSpPr>
              <p:nvPr userDrawn="1"/>
            </p:nvSpPr>
            <p:spPr bwMode="auto">
              <a:xfrm>
                <a:off x="0" y="4272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49" name="Line 125"/>
              <p:cNvSpPr>
                <a:spLocks noChangeShapeType="1"/>
              </p:cNvSpPr>
              <p:nvPr userDrawn="1"/>
            </p:nvSpPr>
            <p:spPr bwMode="auto">
              <a:xfrm>
                <a:off x="0" y="4113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50" name="Line 126"/>
              <p:cNvSpPr>
                <a:spLocks noChangeShapeType="1"/>
              </p:cNvSpPr>
              <p:nvPr userDrawn="1"/>
            </p:nvSpPr>
            <p:spPr bwMode="auto">
              <a:xfrm>
                <a:off x="0" y="4065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51" name="Line 127"/>
              <p:cNvSpPr>
                <a:spLocks noChangeShapeType="1"/>
              </p:cNvSpPr>
              <p:nvPr userDrawn="1"/>
            </p:nvSpPr>
            <p:spPr bwMode="auto">
              <a:xfrm>
                <a:off x="0" y="4158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52" name="Line 128"/>
              <p:cNvSpPr>
                <a:spLocks noChangeShapeType="1"/>
              </p:cNvSpPr>
              <p:nvPr userDrawn="1"/>
            </p:nvSpPr>
            <p:spPr bwMode="auto">
              <a:xfrm>
                <a:off x="0" y="3666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53" name="Line 129"/>
              <p:cNvSpPr>
                <a:spLocks noChangeShapeType="1"/>
              </p:cNvSpPr>
              <p:nvPr userDrawn="1"/>
            </p:nvSpPr>
            <p:spPr bwMode="auto">
              <a:xfrm>
                <a:off x="0" y="3639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54" name="Line 130"/>
              <p:cNvSpPr>
                <a:spLocks noChangeShapeType="1"/>
              </p:cNvSpPr>
              <p:nvPr userDrawn="1"/>
            </p:nvSpPr>
            <p:spPr bwMode="auto">
              <a:xfrm>
                <a:off x="0" y="4020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55" name="Line 131"/>
              <p:cNvSpPr>
                <a:spLocks noChangeShapeType="1"/>
              </p:cNvSpPr>
              <p:nvPr userDrawn="1"/>
            </p:nvSpPr>
            <p:spPr bwMode="auto">
              <a:xfrm>
                <a:off x="0" y="3894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56" name="Line 132"/>
              <p:cNvSpPr>
                <a:spLocks noChangeShapeType="1"/>
              </p:cNvSpPr>
              <p:nvPr userDrawn="1"/>
            </p:nvSpPr>
            <p:spPr bwMode="auto">
              <a:xfrm>
                <a:off x="0" y="3813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57" name="Line 133"/>
              <p:cNvSpPr>
                <a:spLocks noChangeShapeType="1"/>
              </p:cNvSpPr>
              <p:nvPr userDrawn="1"/>
            </p:nvSpPr>
            <p:spPr bwMode="auto">
              <a:xfrm>
                <a:off x="0" y="3999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58" name="Line 134"/>
              <p:cNvSpPr>
                <a:spLocks noChangeShapeType="1"/>
              </p:cNvSpPr>
              <p:nvPr userDrawn="1"/>
            </p:nvSpPr>
            <p:spPr bwMode="auto">
              <a:xfrm>
                <a:off x="0" y="3687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59" name="Line 135"/>
              <p:cNvSpPr>
                <a:spLocks noChangeShapeType="1"/>
              </p:cNvSpPr>
              <p:nvPr userDrawn="1"/>
            </p:nvSpPr>
            <p:spPr bwMode="auto">
              <a:xfrm>
                <a:off x="0" y="3741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60" name="Line 136"/>
              <p:cNvSpPr>
                <a:spLocks noChangeShapeType="1"/>
              </p:cNvSpPr>
              <p:nvPr userDrawn="1"/>
            </p:nvSpPr>
            <p:spPr bwMode="auto">
              <a:xfrm>
                <a:off x="0" y="393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61" name="Line 137"/>
              <p:cNvSpPr>
                <a:spLocks noChangeShapeType="1"/>
              </p:cNvSpPr>
              <p:nvPr userDrawn="1"/>
            </p:nvSpPr>
            <p:spPr bwMode="auto">
              <a:xfrm>
                <a:off x="0" y="3918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62" name="Line 138"/>
              <p:cNvSpPr>
                <a:spLocks noChangeShapeType="1"/>
              </p:cNvSpPr>
              <p:nvPr userDrawn="1"/>
            </p:nvSpPr>
            <p:spPr bwMode="auto">
              <a:xfrm>
                <a:off x="0" y="351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63" name="Line 139"/>
              <p:cNvSpPr>
                <a:spLocks noChangeShapeType="1"/>
              </p:cNvSpPr>
              <p:nvPr userDrawn="1"/>
            </p:nvSpPr>
            <p:spPr bwMode="auto">
              <a:xfrm>
                <a:off x="0" y="354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64" name="Line 140"/>
              <p:cNvSpPr>
                <a:spLocks noChangeShapeType="1"/>
              </p:cNvSpPr>
              <p:nvPr userDrawn="1"/>
            </p:nvSpPr>
            <p:spPr bwMode="auto">
              <a:xfrm>
                <a:off x="0" y="357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65" name="Line 141"/>
              <p:cNvSpPr>
                <a:spLocks noChangeShapeType="1"/>
              </p:cNvSpPr>
              <p:nvPr userDrawn="1"/>
            </p:nvSpPr>
            <p:spPr bwMode="auto">
              <a:xfrm>
                <a:off x="0" y="3420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66" name="Line 142"/>
              <p:cNvSpPr>
                <a:spLocks noChangeShapeType="1"/>
              </p:cNvSpPr>
              <p:nvPr userDrawn="1"/>
            </p:nvSpPr>
            <p:spPr bwMode="auto">
              <a:xfrm>
                <a:off x="0" y="3372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67" name="Line 143"/>
              <p:cNvSpPr>
                <a:spLocks noChangeShapeType="1"/>
              </p:cNvSpPr>
              <p:nvPr userDrawn="1"/>
            </p:nvSpPr>
            <p:spPr bwMode="auto">
              <a:xfrm>
                <a:off x="0" y="3465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68" name="Line 144"/>
              <p:cNvSpPr>
                <a:spLocks noChangeShapeType="1"/>
              </p:cNvSpPr>
              <p:nvPr userDrawn="1"/>
            </p:nvSpPr>
            <p:spPr bwMode="auto">
              <a:xfrm>
                <a:off x="0" y="2973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69" name="Line 145"/>
              <p:cNvSpPr>
                <a:spLocks noChangeShapeType="1"/>
              </p:cNvSpPr>
              <p:nvPr userDrawn="1"/>
            </p:nvSpPr>
            <p:spPr bwMode="auto">
              <a:xfrm>
                <a:off x="0" y="294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70" name="Line 146"/>
              <p:cNvSpPr>
                <a:spLocks noChangeShapeType="1"/>
              </p:cNvSpPr>
              <p:nvPr userDrawn="1"/>
            </p:nvSpPr>
            <p:spPr bwMode="auto">
              <a:xfrm>
                <a:off x="0" y="3327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71" name="Line 147"/>
              <p:cNvSpPr>
                <a:spLocks noChangeShapeType="1"/>
              </p:cNvSpPr>
              <p:nvPr userDrawn="1"/>
            </p:nvSpPr>
            <p:spPr bwMode="auto">
              <a:xfrm>
                <a:off x="0" y="3201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72" name="Line 148"/>
              <p:cNvSpPr>
                <a:spLocks noChangeShapeType="1"/>
              </p:cNvSpPr>
              <p:nvPr userDrawn="1"/>
            </p:nvSpPr>
            <p:spPr bwMode="auto">
              <a:xfrm>
                <a:off x="0" y="3120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73" name="Line 149"/>
              <p:cNvSpPr>
                <a:spLocks noChangeShapeType="1"/>
              </p:cNvSpPr>
              <p:nvPr userDrawn="1"/>
            </p:nvSpPr>
            <p:spPr bwMode="auto">
              <a:xfrm>
                <a:off x="0" y="3306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74" name="Line 150"/>
              <p:cNvSpPr>
                <a:spLocks noChangeShapeType="1"/>
              </p:cNvSpPr>
              <p:nvPr userDrawn="1"/>
            </p:nvSpPr>
            <p:spPr bwMode="auto">
              <a:xfrm>
                <a:off x="0" y="2994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75" name="Line 151"/>
              <p:cNvSpPr>
                <a:spLocks noChangeShapeType="1"/>
              </p:cNvSpPr>
              <p:nvPr userDrawn="1"/>
            </p:nvSpPr>
            <p:spPr bwMode="auto">
              <a:xfrm>
                <a:off x="0" y="3048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76" name="Line 152"/>
              <p:cNvSpPr>
                <a:spLocks noChangeShapeType="1"/>
              </p:cNvSpPr>
              <p:nvPr userDrawn="1"/>
            </p:nvSpPr>
            <p:spPr bwMode="auto">
              <a:xfrm>
                <a:off x="0" y="3246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77" name="Line 153"/>
              <p:cNvSpPr>
                <a:spLocks noChangeShapeType="1"/>
              </p:cNvSpPr>
              <p:nvPr userDrawn="1"/>
            </p:nvSpPr>
            <p:spPr bwMode="auto">
              <a:xfrm>
                <a:off x="0" y="3225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78" name="Line 154"/>
              <p:cNvSpPr>
                <a:spLocks noChangeShapeType="1"/>
              </p:cNvSpPr>
              <p:nvPr userDrawn="1"/>
            </p:nvSpPr>
            <p:spPr bwMode="auto">
              <a:xfrm>
                <a:off x="0" y="2831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79" name="Line 155"/>
              <p:cNvSpPr>
                <a:spLocks noChangeShapeType="1"/>
              </p:cNvSpPr>
              <p:nvPr userDrawn="1"/>
            </p:nvSpPr>
            <p:spPr bwMode="auto">
              <a:xfrm>
                <a:off x="0" y="2750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80" name="Line 156"/>
              <p:cNvSpPr>
                <a:spLocks noChangeShapeType="1"/>
              </p:cNvSpPr>
              <p:nvPr userDrawn="1"/>
            </p:nvSpPr>
            <p:spPr bwMode="auto">
              <a:xfrm>
                <a:off x="0" y="2678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81" name="Line 157"/>
              <p:cNvSpPr>
                <a:spLocks noChangeShapeType="1"/>
              </p:cNvSpPr>
              <p:nvPr userDrawn="1"/>
            </p:nvSpPr>
            <p:spPr bwMode="auto">
              <a:xfrm>
                <a:off x="0" y="2876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82" name="Line 158"/>
              <p:cNvSpPr>
                <a:spLocks noChangeShapeType="1"/>
              </p:cNvSpPr>
              <p:nvPr userDrawn="1"/>
            </p:nvSpPr>
            <p:spPr bwMode="auto">
              <a:xfrm>
                <a:off x="0" y="2855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83" name="Line 159"/>
              <p:cNvSpPr>
                <a:spLocks noChangeShapeType="1"/>
              </p:cNvSpPr>
              <p:nvPr userDrawn="1"/>
            </p:nvSpPr>
            <p:spPr bwMode="auto">
              <a:xfrm>
                <a:off x="0" y="2554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84" name="Line 160"/>
              <p:cNvSpPr>
                <a:spLocks noChangeShapeType="1"/>
              </p:cNvSpPr>
              <p:nvPr userDrawn="1"/>
            </p:nvSpPr>
            <p:spPr bwMode="auto">
              <a:xfrm>
                <a:off x="0" y="2590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85" name="Line 161"/>
              <p:cNvSpPr>
                <a:spLocks noChangeShapeType="1"/>
              </p:cNvSpPr>
              <p:nvPr userDrawn="1"/>
            </p:nvSpPr>
            <p:spPr bwMode="auto">
              <a:xfrm>
                <a:off x="0" y="2623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86" name="Line 162"/>
              <p:cNvSpPr>
                <a:spLocks noChangeShapeType="1"/>
              </p:cNvSpPr>
              <p:nvPr userDrawn="1"/>
            </p:nvSpPr>
            <p:spPr bwMode="auto">
              <a:xfrm>
                <a:off x="0" y="2464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87" name="Line 163"/>
              <p:cNvSpPr>
                <a:spLocks noChangeShapeType="1"/>
              </p:cNvSpPr>
              <p:nvPr userDrawn="1"/>
            </p:nvSpPr>
            <p:spPr bwMode="auto">
              <a:xfrm>
                <a:off x="0" y="2416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88" name="Line 164"/>
              <p:cNvSpPr>
                <a:spLocks noChangeShapeType="1"/>
              </p:cNvSpPr>
              <p:nvPr userDrawn="1"/>
            </p:nvSpPr>
            <p:spPr bwMode="auto">
              <a:xfrm>
                <a:off x="0" y="250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89" name="Line 165"/>
              <p:cNvSpPr>
                <a:spLocks noChangeShapeType="1"/>
              </p:cNvSpPr>
              <p:nvPr userDrawn="1"/>
            </p:nvSpPr>
            <p:spPr bwMode="auto">
              <a:xfrm>
                <a:off x="0" y="2371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90" name="Line 166"/>
              <p:cNvSpPr>
                <a:spLocks noChangeShapeType="1"/>
              </p:cNvSpPr>
              <p:nvPr userDrawn="1"/>
            </p:nvSpPr>
            <p:spPr bwMode="auto">
              <a:xfrm>
                <a:off x="0" y="2245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91" name="Line 167"/>
              <p:cNvSpPr>
                <a:spLocks noChangeShapeType="1"/>
              </p:cNvSpPr>
              <p:nvPr userDrawn="1"/>
            </p:nvSpPr>
            <p:spPr bwMode="auto">
              <a:xfrm>
                <a:off x="0" y="235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92" name="Line 168"/>
              <p:cNvSpPr>
                <a:spLocks noChangeShapeType="1"/>
              </p:cNvSpPr>
              <p:nvPr userDrawn="1"/>
            </p:nvSpPr>
            <p:spPr bwMode="auto">
              <a:xfrm>
                <a:off x="0" y="2290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93" name="Line 169"/>
              <p:cNvSpPr>
                <a:spLocks noChangeShapeType="1"/>
              </p:cNvSpPr>
              <p:nvPr userDrawn="1"/>
            </p:nvSpPr>
            <p:spPr bwMode="auto">
              <a:xfrm>
                <a:off x="0" y="2269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94" name="Line 170"/>
              <p:cNvSpPr>
                <a:spLocks noChangeShapeType="1"/>
              </p:cNvSpPr>
              <p:nvPr userDrawn="1"/>
            </p:nvSpPr>
            <p:spPr bwMode="auto">
              <a:xfrm>
                <a:off x="0" y="213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95" name="Line 171"/>
              <p:cNvSpPr>
                <a:spLocks noChangeShapeType="1"/>
              </p:cNvSpPr>
              <p:nvPr userDrawn="1"/>
            </p:nvSpPr>
            <p:spPr bwMode="auto">
              <a:xfrm>
                <a:off x="0" y="216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96" name="Line 172"/>
              <p:cNvSpPr>
                <a:spLocks noChangeShapeType="1"/>
              </p:cNvSpPr>
              <p:nvPr userDrawn="1"/>
            </p:nvSpPr>
            <p:spPr bwMode="auto">
              <a:xfrm>
                <a:off x="0" y="219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97" name="Line 173"/>
              <p:cNvSpPr>
                <a:spLocks noChangeShapeType="1"/>
              </p:cNvSpPr>
              <p:nvPr userDrawn="1"/>
            </p:nvSpPr>
            <p:spPr bwMode="auto">
              <a:xfrm>
                <a:off x="0" y="2040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98" name="Line 174"/>
              <p:cNvSpPr>
                <a:spLocks noChangeShapeType="1"/>
              </p:cNvSpPr>
              <p:nvPr userDrawn="1"/>
            </p:nvSpPr>
            <p:spPr bwMode="auto">
              <a:xfrm>
                <a:off x="0" y="1992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99" name="Line 175"/>
              <p:cNvSpPr>
                <a:spLocks noChangeShapeType="1"/>
              </p:cNvSpPr>
              <p:nvPr userDrawn="1"/>
            </p:nvSpPr>
            <p:spPr bwMode="auto">
              <a:xfrm>
                <a:off x="0" y="2085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00" name="Line 176"/>
              <p:cNvSpPr>
                <a:spLocks noChangeShapeType="1"/>
              </p:cNvSpPr>
              <p:nvPr userDrawn="1"/>
            </p:nvSpPr>
            <p:spPr bwMode="auto">
              <a:xfrm>
                <a:off x="0" y="1593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01" name="Line 177"/>
              <p:cNvSpPr>
                <a:spLocks noChangeShapeType="1"/>
              </p:cNvSpPr>
              <p:nvPr userDrawn="1"/>
            </p:nvSpPr>
            <p:spPr bwMode="auto">
              <a:xfrm>
                <a:off x="0" y="156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02" name="Line 178"/>
              <p:cNvSpPr>
                <a:spLocks noChangeShapeType="1"/>
              </p:cNvSpPr>
              <p:nvPr userDrawn="1"/>
            </p:nvSpPr>
            <p:spPr bwMode="auto">
              <a:xfrm>
                <a:off x="0" y="1947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03" name="Line 179"/>
              <p:cNvSpPr>
                <a:spLocks noChangeShapeType="1"/>
              </p:cNvSpPr>
              <p:nvPr userDrawn="1"/>
            </p:nvSpPr>
            <p:spPr bwMode="auto">
              <a:xfrm>
                <a:off x="0" y="1821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04" name="Line 180"/>
              <p:cNvSpPr>
                <a:spLocks noChangeShapeType="1"/>
              </p:cNvSpPr>
              <p:nvPr userDrawn="1"/>
            </p:nvSpPr>
            <p:spPr bwMode="auto">
              <a:xfrm>
                <a:off x="0" y="1740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05" name="Line 181"/>
              <p:cNvSpPr>
                <a:spLocks noChangeShapeType="1"/>
              </p:cNvSpPr>
              <p:nvPr userDrawn="1"/>
            </p:nvSpPr>
            <p:spPr bwMode="auto">
              <a:xfrm>
                <a:off x="0" y="1926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06" name="Line 182"/>
              <p:cNvSpPr>
                <a:spLocks noChangeShapeType="1"/>
              </p:cNvSpPr>
              <p:nvPr userDrawn="1"/>
            </p:nvSpPr>
            <p:spPr bwMode="auto">
              <a:xfrm>
                <a:off x="0" y="1614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07" name="Line 183"/>
              <p:cNvSpPr>
                <a:spLocks noChangeShapeType="1"/>
              </p:cNvSpPr>
              <p:nvPr userDrawn="1"/>
            </p:nvSpPr>
            <p:spPr bwMode="auto">
              <a:xfrm>
                <a:off x="0" y="1668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08" name="Line 184"/>
              <p:cNvSpPr>
                <a:spLocks noChangeShapeType="1"/>
              </p:cNvSpPr>
              <p:nvPr userDrawn="1"/>
            </p:nvSpPr>
            <p:spPr bwMode="auto">
              <a:xfrm>
                <a:off x="0" y="1866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09" name="Line 185"/>
              <p:cNvSpPr>
                <a:spLocks noChangeShapeType="1"/>
              </p:cNvSpPr>
              <p:nvPr userDrawn="1"/>
            </p:nvSpPr>
            <p:spPr bwMode="auto">
              <a:xfrm>
                <a:off x="0" y="1845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10" name="Line 186"/>
              <p:cNvSpPr>
                <a:spLocks noChangeShapeType="1"/>
              </p:cNvSpPr>
              <p:nvPr userDrawn="1"/>
            </p:nvSpPr>
            <p:spPr bwMode="auto">
              <a:xfrm>
                <a:off x="0" y="1437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11" name="Line 187"/>
              <p:cNvSpPr>
                <a:spLocks noChangeShapeType="1"/>
              </p:cNvSpPr>
              <p:nvPr userDrawn="1"/>
            </p:nvSpPr>
            <p:spPr bwMode="auto">
              <a:xfrm>
                <a:off x="0" y="1473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12" name="Line 188"/>
              <p:cNvSpPr>
                <a:spLocks noChangeShapeType="1"/>
              </p:cNvSpPr>
              <p:nvPr userDrawn="1"/>
            </p:nvSpPr>
            <p:spPr bwMode="auto">
              <a:xfrm>
                <a:off x="0" y="1506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13" name="Line 189"/>
              <p:cNvSpPr>
                <a:spLocks noChangeShapeType="1"/>
              </p:cNvSpPr>
              <p:nvPr userDrawn="1"/>
            </p:nvSpPr>
            <p:spPr bwMode="auto">
              <a:xfrm>
                <a:off x="0" y="1347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14" name="Line 190"/>
              <p:cNvSpPr>
                <a:spLocks noChangeShapeType="1"/>
              </p:cNvSpPr>
              <p:nvPr userDrawn="1"/>
            </p:nvSpPr>
            <p:spPr bwMode="auto">
              <a:xfrm>
                <a:off x="0" y="1392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15" name="Line 191"/>
              <p:cNvSpPr>
                <a:spLocks noChangeShapeType="1"/>
              </p:cNvSpPr>
              <p:nvPr userDrawn="1"/>
            </p:nvSpPr>
            <p:spPr bwMode="auto">
              <a:xfrm>
                <a:off x="0" y="1016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16" name="Line 192"/>
              <p:cNvSpPr>
                <a:spLocks noChangeShapeType="1"/>
              </p:cNvSpPr>
              <p:nvPr userDrawn="1"/>
            </p:nvSpPr>
            <p:spPr bwMode="auto">
              <a:xfrm>
                <a:off x="0" y="989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17" name="Line 193"/>
              <p:cNvSpPr>
                <a:spLocks noChangeShapeType="1"/>
              </p:cNvSpPr>
              <p:nvPr userDrawn="1"/>
            </p:nvSpPr>
            <p:spPr bwMode="auto">
              <a:xfrm>
                <a:off x="0" y="1244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18" name="Line 194"/>
              <p:cNvSpPr>
                <a:spLocks noChangeShapeType="1"/>
              </p:cNvSpPr>
              <p:nvPr userDrawn="1"/>
            </p:nvSpPr>
            <p:spPr bwMode="auto">
              <a:xfrm>
                <a:off x="0" y="1163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19" name="Line 195"/>
              <p:cNvSpPr>
                <a:spLocks noChangeShapeType="1"/>
              </p:cNvSpPr>
              <p:nvPr userDrawn="1"/>
            </p:nvSpPr>
            <p:spPr bwMode="auto">
              <a:xfrm>
                <a:off x="0" y="1037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20" name="Line 196"/>
              <p:cNvSpPr>
                <a:spLocks noChangeShapeType="1"/>
              </p:cNvSpPr>
              <p:nvPr userDrawn="1"/>
            </p:nvSpPr>
            <p:spPr bwMode="auto">
              <a:xfrm>
                <a:off x="0" y="1091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21" name="Line 197"/>
              <p:cNvSpPr>
                <a:spLocks noChangeShapeType="1"/>
              </p:cNvSpPr>
              <p:nvPr userDrawn="1"/>
            </p:nvSpPr>
            <p:spPr bwMode="auto">
              <a:xfrm>
                <a:off x="0" y="128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22" name="Line 198"/>
              <p:cNvSpPr>
                <a:spLocks noChangeShapeType="1"/>
              </p:cNvSpPr>
              <p:nvPr userDrawn="1"/>
            </p:nvSpPr>
            <p:spPr bwMode="auto">
              <a:xfrm>
                <a:off x="0" y="1268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23" name="Line 199"/>
              <p:cNvSpPr>
                <a:spLocks noChangeShapeType="1"/>
              </p:cNvSpPr>
              <p:nvPr userDrawn="1"/>
            </p:nvSpPr>
            <p:spPr bwMode="auto">
              <a:xfrm>
                <a:off x="0" y="86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24" name="Line 200"/>
              <p:cNvSpPr>
                <a:spLocks noChangeShapeType="1"/>
              </p:cNvSpPr>
              <p:nvPr userDrawn="1"/>
            </p:nvSpPr>
            <p:spPr bwMode="auto">
              <a:xfrm>
                <a:off x="0" y="89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25" name="Line 201"/>
              <p:cNvSpPr>
                <a:spLocks noChangeShapeType="1"/>
              </p:cNvSpPr>
              <p:nvPr userDrawn="1"/>
            </p:nvSpPr>
            <p:spPr bwMode="auto">
              <a:xfrm>
                <a:off x="0" y="92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26" name="Line 202"/>
              <p:cNvSpPr>
                <a:spLocks noChangeShapeType="1"/>
              </p:cNvSpPr>
              <p:nvPr userDrawn="1"/>
            </p:nvSpPr>
            <p:spPr bwMode="auto">
              <a:xfrm>
                <a:off x="0" y="770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27" name="Line 203"/>
              <p:cNvSpPr>
                <a:spLocks noChangeShapeType="1"/>
              </p:cNvSpPr>
              <p:nvPr userDrawn="1"/>
            </p:nvSpPr>
            <p:spPr bwMode="auto">
              <a:xfrm>
                <a:off x="0" y="815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28" name="Line 204"/>
              <p:cNvSpPr>
                <a:spLocks noChangeShapeType="1"/>
              </p:cNvSpPr>
              <p:nvPr userDrawn="1"/>
            </p:nvSpPr>
            <p:spPr bwMode="auto">
              <a:xfrm>
                <a:off x="0" y="718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29" name="Line 205"/>
              <p:cNvSpPr>
                <a:spLocks noChangeShapeType="1"/>
              </p:cNvSpPr>
              <p:nvPr userDrawn="1"/>
            </p:nvSpPr>
            <p:spPr bwMode="auto">
              <a:xfrm>
                <a:off x="0" y="646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30" name="Line 206"/>
              <p:cNvSpPr>
                <a:spLocks noChangeShapeType="1"/>
              </p:cNvSpPr>
              <p:nvPr userDrawn="1"/>
            </p:nvSpPr>
            <p:spPr bwMode="auto">
              <a:xfrm>
                <a:off x="0" y="522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31" name="Line 207"/>
              <p:cNvSpPr>
                <a:spLocks noChangeShapeType="1"/>
              </p:cNvSpPr>
              <p:nvPr userDrawn="1"/>
            </p:nvSpPr>
            <p:spPr bwMode="auto">
              <a:xfrm>
                <a:off x="0" y="558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32" name="Line 208"/>
              <p:cNvSpPr>
                <a:spLocks noChangeShapeType="1"/>
              </p:cNvSpPr>
              <p:nvPr userDrawn="1"/>
            </p:nvSpPr>
            <p:spPr bwMode="auto">
              <a:xfrm>
                <a:off x="0" y="591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33" name="Line 209"/>
              <p:cNvSpPr>
                <a:spLocks noChangeShapeType="1"/>
              </p:cNvSpPr>
              <p:nvPr userDrawn="1"/>
            </p:nvSpPr>
            <p:spPr bwMode="auto">
              <a:xfrm>
                <a:off x="0" y="432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34" name="Line 210"/>
              <p:cNvSpPr>
                <a:spLocks noChangeShapeType="1"/>
              </p:cNvSpPr>
              <p:nvPr userDrawn="1"/>
            </p:nvSpPr>
            <p:spPr bwMode="auto">
              <a:xfrm>
                <a:off x="0" y="384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35" name="Line 211"/>
              <p:cNvSpPr>
                <a:spLocks noChangeShapeType="1"/>
              </p:cNvSpPr>
              <p:nvPr userDrawn="1"/>
            </p:nvSpPr>
            <p:spPr bwMode="auto">
              <a:xfrm>
                <a:off x="0" y="477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36" name="Line 212"/>
              <p:cNvSpPr>
                <a:spLocks noChangeShapeType="1"/>
              </p:cNvSpPr>
              <p:nvPr userDrawn="1"/>
            </p:nvSpPr>
            <p:spPr bwMode="auto">
              <a:xfrm>
                <a:off x="0" y="33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37" name="Line 213"/>
              <p:cNvSpPr>
                <a:spLocks noChangeShapeType="1"/>
              </p:cNvSpPr>
              <p:nvPr userDrawn="1"/>
            </p:nvSpPr>
            <p:spPr bwMode="auto">
              <a:xfrm>
                <a:off x="0" y="318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38" name="Line 214"/>
              <p:cNvSpPr>
                <a:spLocks noChangeShapeType="1"/>
              </p:cNvSpPr>
              <p:nvPr userDrawn="1"/>
            </p:nvSpPr>
            <p:spPr bwMode="auto">
              <a:xfrm>
                <a:off x="0" y="258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39" name="Line 215"/>
              <p:cNvSpPr>
                <a:spLocks noChangeShapeType="1"/>
              </p:cNvSpPr>
              <p:nvPr userDrawn="1"/>
            </p:nvSpPr>
            <p:spPr bwMode="auto">
              <a:xfrm>
                <a:off x="0" y="7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40" name="Line 216"/>
              <p:cNvSpPr>
                <a:spLocks noChangeShapeType="1"/>
              </p:cNvSpPr>
              <p:nvPr userDrawn="1"/>
            </p:nvSpPr>
            <p:spPr bwMode="auto">
              <a:xfrm>
                <a:off x="0" y="43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41" name="Line 217"/>
              <p:cNvSpPr>
                <a:spLocks noChangeShapeType="1"/>
              </p:cNvSpPr>
              <p:nvPr userDrawn="1"/>
            </p:nvSpPr>
            <p:spPr bwMode="auto">
              <a:xfrm>
                <a:off x="0" y="91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42" name="Line 218"/>
              <p:cNvSpPr>
                <a:spLocks noChangeShapeType="1"/>
              </p:cNvSpPr>
              <p:nvPr userDrawn="1"/>
            </p:nvSpPr>
            <p:spPr bwMode="auto">
              <a:xfrm>
                <a:off x="0" y="145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43" name="Line 219"/>
              <p:cNvSpPr>
                <a:spLocks noChangeShapeType="1"/>
              </p:cNvSpPr>
              <p:nvPr userDrawn="1"/>
            </p:nvSpPr>
            <p:spPr bwMode="auto">
              <a:xfrm>
                <a:off x="0" y="202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</p:grpSp>
        <p:grpSp>
          <p:nvGrpSpPr>
            <p:cNvPr id="16394" name="Group 224"/>
            <p:cNvGrpSpPr>
              <a:grpSpLocks/>
            </p:cNvGrpSpPr>
            <p:nvPr userDrawn="1"/>
          </p:nvGrpSpPr>
          <p:grpSpPr bwMode="auto">
            <a:xfrm>
              <a:off x="400" y="205"/>
              <a:ext cx="5216" cy="1123"/>
              <a:chOff x="400" y="205"/>
              <a:chExt cx="5216" cy="1123"/>
            </a:xfrm>
          </p:grpSpPr>
          <p:sp>
            <p:nvSpPr>
              <p:cNvPr id="1140" name="Rectangle 116"/>
              <p:cNvSpPr>
                <a:spLocks noChangeArrowheads="1"/>
              </p:cNvSpPr>
              <p:nvPr userDrawn="1"/>
            </p:nvSpPr>
            <p:spPr bwMode="auto">
              <a:xfrm>
                <a:off x="557" y="205"/>
                <a:ext cx="313" cy="914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36" name="Rectangle 112"/>
              <p:cNvSpPr>
                <a:spLocks noChangeArrowheads="1"/>
              </p:cNvSpPr>
              <p:nvPr userDrawn="1"/>
            </p:nvSpPr>
            <p:spPr bwMode="auto">
              <a:xfrm>
                <a:off x="400" y="288"/>
                <a:ext cx="3567" cy="49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41" name="Rectangle 117"/>
              <p:cNvSpPr>
                <a:spLocks noChangeArrowheads="1"/>
              </p:cNvSpPr>
              <p:nvPr userDrawn="1"/>
            </p:nvSpPr>
            <p:spPr bwMode="auto">
              <a:xfrm>
                <a:off x="4599" y="1115"/>
                <a:ext cx="929" cy="213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37" name="Rectangle 113"/>
              <p:cNvSpPr>
                <a:spLocks noChangeArrowheads="1"/>
              </p:cNvSpPr>
              <p:nvPr userDrawn="1"/>
            </p:nvSpPr>
            <p:spPr bwMode="auto">
              <a:xfrm>
                <a:off x="2049" y="1211"/>
                <a:ext cx="3567" cy="49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</p:grpSp>
      </p:grp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9625" y="2214563"/>
            <a:ext cx="7958138" cy="3881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609600"/>
            <a:ext cx="73787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17" name="Rectangle 10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64300" y="6361113"/>
            <a:ext cx="1906588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folHlink"/>
                </a:solidFill>
              </a:defRPr>
            </a:lvl1pPr>
          </a:lstStyle>
          <a:p>
            <a:pPr>
              <a:defRPr/>
            </a:pPr>
            <a:fld id="{A7A065F0-89C4-4AE3-9266-3077E41B00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162" name="Line 114"/>
          <p:cNvSpPr>
            <a:spLocks noChangeShapeType="1"/>
          </p:cNvSpPr>
          <p:nvPr userDrawn="1"/>
        </p:nvSpPr>
        <p:spPr bwMode="auto">
          <a:xfrm>
            <a:off x="0" y="6553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hf hdr="0" ftr="0" dt="0"/>
  <p:txStyles>
    <p:titleStyle>
      <a:lvl1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itchFamily="2" charset="2"/>
        <a:buChar char="l"/>
        <a:defRPr sz="24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itchFamily="2" charset="2"/>
        <a:buChar char="w"/>
        <a:defRPr sz="2000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2288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6860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1432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6004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0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2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5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8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26.wmf"/><Relationship Id="rId7" Type="http://schemas.openxmlformats.org/officeDocument/2006/relationships/image" Target="../media/image28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31.png"/><Relationship Id="rId5" Type="http://schemas.openxmlformats.org/officeDocument/2006/relationships/image" Target="../media/image27.wmf"/><Relationship Id="rId10" Type="http://schemas.openxmlformats.org/officeDocument/2006/relationships/image" Target="../media/image30.png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9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image" Target="../media/image34.wmf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39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oleObject" Target="../embeddings/oleObject28.bin"/><Relationship Id="rId5" Type="http://schemas.openxmlformats.org/officeDocument/2006/relationships/image" Target="../media/image35.wmf"/><Relationship Id="rId10" Type="http://schemas.openxmlformats.org/officeDocument/2006/relationships/image" Target="../media/image38.wmf"/><Relationship Id="rId4" Type="http://schemas.openxmlformats.org/officeDocument/2006/relationships/oleObject" Target="../embeddings/oleObject25.bin"/><Relationship Id="rId9" Type="http://schemas.openxmlformats.org/officeDocument/2006/relationships/oleObject" Target="../embeddings/oleObject27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image" Target="../media/image42.wmf"/><Relationship Id="rId7" Type="http://schemas.openxmlformats.org/officeDocument/2006/relationships/image" Target="../media/image44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46.wmf"/><Relationship Id="rId5" Type="http://schemas.openxmlformats.org/officeDocument/2006/relationships/image" Target="../media/image43.w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45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oleObject" Target="../embeddings/oleObject39.bin"/><Relationship Id="rId3" Type="http://schemas.openxmlformats.org/officeDocument/2006/relationships/image" Target="../media/image47.wmf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52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oleObject" Target="../embeddings/oleObject38.bin"/><Relationship Id="rId5" Type="http://schemas.openxmlformats.org/officeDocument/2006/relationships/image" Target="../media/image48.wmf"/><Relationship Id="rId10" Type="http://schemas.openxmlformats.org/officeDocument/2006/relationships/image" Target="../media/image51.wmf"/><Relationship Id="rId4" Type="http://schemas.openxmlformats.org/officeDocument/2006/relationships/oleObject" Target="../embeddings/oleObject35.bin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53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1230313" y="762000"/>
            <a:ext cx="7380287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en-US" altLang="zh-CN" sz="4000" dirty="0">
                <a:solidFill>
                  <a:srgbClr val="003366"/>
                </a:solidFill>
                <a:ea typeface="宋体" pitchFamily="2" charset="-122"/>
              </a:rPr>
              <a:t>Computer Vision</a:t>
            </a:r>
            <a:endParaRPr lang="en-US" altLang="zh-CN" sz="3600" dirty="0">
              <a:solidFill>
                <a:srgbClr val="003366"/>
              </a:solidFill>
              <a:ea typeface="宋体" pitchFamily="2" charset="-122"/>
            </a:endParaRPr>
          </a:p>
        </p:txBody>
      </p:sp>
      <p:sp>
        <p:nvSpPr>
          <p:cNvPr id="18436" name="Rectangle 13"/>
          <p:cNvSpPr>
            <a:spLocks noChangeArrowheads="1"/>
          </p:cNvSpPr>
          <p:nvPr/>
        </p:nvSpPr>
        <p:spPr bwMode="auto">
          <a:xfrm>
            <a:off x="685800" y="3049588"/>
            <a:ext cx="7696200" cy="289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 eaLnBrk="0" hangingPunct="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2400" b="1" dirty="0"/>
              <a:t>Lecture # 2: Filtering</a:t>
            </a:r>
            <a:endParaRPr lang="en-US" sz="1400" dirty="0"/>
          </a:p>
          <a:p>
            <a:pPr marL="342900" indent="-342900" algn="ctr" eaLnBrk="0" hangingPunct="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800" b="1" dirty="0"/>
              <a:t>Dr. Shahid Ismail</a:t>
            </a:r>
            <a:endParaRPr lang="en-US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3D8595-F6A7-402C-8694-6881CA8AD36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609600"/>
            <a:ext cx="7378700" cy="1143000"/>
          </a:xfrm>
        </p:spPr>
        <p:txBody>
          <a:bodyPr wrap="square" anchor="ctr">
            <a:normAutofit/>
          </a:bodyPr>
          <a:lstStyle/>
          <a:p>
            <a:r>
              <a:rPr lang="en-US" altLang="zh-TW"/>
              <a:t>Background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809625" y="2214563"/>
            <a:ext cx="3902075" cy="3881437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1800"/>
              <a:t>The French </a:t>
            </a:r>
            <a:r>
              <a:rPr lang="en-US" altLang="zh-TW" sz="1800" err="1"/>
              <a:t>mathematiian</a:t>
            </a:r>
            <a:r>
              <a:rPr lang="en-US" altLang="zh-TW" sz="1800"/>
              <a:t> Jean Baptiste Joseph Fourier</a:t>
            </a:r>
          </a:p>
          <a:p>
            <a:pPr lvl="1">
              <a:lnSpc>
                <a:spcPct val="90000"/>
              </a:lnSpc>
            </a:pPr>
            <a:r>
              <a:rPr lang="en-US" altLang="zh-TW" sz="1800"/>
              <a:t>Born in 1768</a:t>
            </a:r>
          </a:p>
          <a:p>
            <a:pPr lvl="1">
              <a:lnSpc>
                <a:spcPct val="90000"/>
              </a:lnSpc>
            </a:pPr>
            <a:r>
              <a:rPr lang="en-US" altLang="zh-TW" sz="1800"/>
              <a:t>Published Fourier series in 1822</a:t>
            </a:r>
          </a:p>
          <a:p>
            <a:pPr lvl="1">
              <a:lnSpc>
                <a:spcPct val="90000"/>
              </a:lnSpc>
            </a:pPr>
            <a:r>
              <a:rPr lang="en-US" altLang="zh-TW" sz="1800"/>
              <a:t>Fourier’s ideas were met with skepticism</a:t>
            </a:r>
          </a:p>
          <a:p>
            <a:pPr>
              <a:lnSpc>
                <a:spcPct val="90000"/>
              </a:lnSpc>
            </a:pPr>
            <a:r>
              <a:rPr lang="en-US" altLang="zh-TW" sz="1800"/>
              <a:t>Fourier series</a:t>
            </a:r>
          </a:p>
          <a:p>
            <a:pPr lvl="1">
              <a:lnSpc>
                <a:spcPct val="90000"/>
              </a:lnSpc>
            </a:pPr>
            <a:r>
              <a:rPr lang="en-US" altLang="zh-TW" sz="1800"/>
              <a:t>Any periodical function can be expressed as the sum of sines and/or cosines of different frequencies, each multiplied by a different coefficient</a:t>
            </a:r>
          </a:p>
        </p:txBody>
      </p:sp>
      <p:pic>
        <p:nvPicPr>
          <p:cNvPr id="542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14269" y="2214563"/>
            <a:ext cx="3403325" cy="38814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4281" name="Slide Number Placeholder 4">
            <a:extLst>
              <a:ext uri="{FF2B5EF4-FFF2-40B4-BE49-F238E27FC236}">
                <a16:creationId xmlns:a16="http://schemas.microsoft.com/office/drawing/2014/main" id="{284EAE07-D722-1C2F-5BA1-27824FF30C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464300" y="6361113"/>
            <a:ext cx="1906588" cy="457200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074F042A-26C7-4D6A-A296-D02D07781503}" type="slidenum">
              <a:rPr lang="en-US"/>
              <a:pPr>
                <a:spcAft>
                  <a:spcPts val="600"/>
                </a:spcAft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Introduction to the Fourier Transform and the Frequency Domain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The one-dimensional Fourier transform and its inverse</a:t>
            </a:r>
          </a:p>
          <a:p>
            <a:pPr lvl="1"/>
            <a:r>
              <a:rPr lang="en-US" altLang="zh-TW" dirty="0"/>
              <a:t>Fourier transform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Inverse Fourier transform</a:t>
            </a:r>
          </a:p>
        </p:txBody>
      </p:sp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2195513" y="3810000"/>
          <a:ext cx="454342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524000" imgH="330200" progId="Equation.3">
                  <p:embed/>
                </p:oleObj>
              </mc:Choice>
              <mc:Fallback>
                <p:oleObj name="方程式" r:id="rId2" imgW="1524000" imgH="330200" progId="Equation.3">
                  <p:embed/>
                  <p:pic>
                    <p:nvPicPr>
                      <p:cNvPr id="102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3810000"/>
                        <a:ext cx="4543425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6"/>
          <p:cNvGraphicFramePr>
            <a:graphicFrameLocks noChangeAspect="1"/>
          </p:cNvGraphicFramePr>
          <p:nvPr/>
        </p:nvGraphicFramePr>
        <p:xfrm>
          <a:off x="2181225" y="5346700"/>
          <a:ext cx="442912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485900" imgH="330200" progId="Equation.3">
                  <p:embed/>
                </p:oleObj>
              </mc:Choice>
              <mc:Fallback>
                <p:oleObj name="方程式" r:id="rId4" imgW="1485900" imgH="330200" progId="Equation.3">
                  <p:embed/>
                  <p:pic>
                    <p:nvPicPr>
                      <p:cNvPr id="102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1225" y="5346700"/>
                        <a:ext cx="4429125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zh-TW"/>
              <a:t>Two variables</a:t>
            </a:r>
          </a:p>
        </p:txBody>
      </p:sp>
      <p:graphicFrame>
        <p:nvGraphicFramePr>
          <p:cNvPr id="58372" name="Object 4"/>
          <p:cNvGraphicFramePr>
            <a:graphicFrameLocks noChangeAspect="1"/>
          </p:cNvGraphicFramePr>
          <p:nvPr/>
        </p:nvGraphicFramePr>
        <p:xfrm>
          <a:off x="1709738" y="3171825"/>
          <a:ext cx="696595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2336800" imgH="330200" progId="Equation.3">
                  <p:embed/>
                </p:oleObj>
              </mc:Choice>
              <mc:Fallback>
                <p:oleObj name="方程式" r:id="rId2" imgW="2336800" imgH="330200" progId="Equation.3">
                  <p:embed/>
                  <p:pic>
                    <p:nvPicPr>
                      <p:cNvPr id="583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738" y="3171825"/>
                        <a:ext cx="696595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3" name="Object 5"/>
          <p:cNvGraphicFramePr>
            <a:graphicFrameLocks noChangeAspect="1"/>
          </p:cNvGraphicFramePr>
          <p:nvPr/>
        </p:nvGraphicFramePr>
        <p:xfrm>
          <a:off x="1574800" y="4868863"/>
          <a:ext cx="681355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2286000" imgH="330200" progId="Equation.3">
                  <p:embed/>
                </p:oleObj>
              </mc:Choice>
              <mc:Fallback>
                <p:oleObj name="方程式" r:id="rId4" imgW="2286000" imgH="330200" progId="Equation.3">
                  <p:embed/>
                  <p:pic>
                    <p:nvPicPr>
                      <p:cNvPr id="583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800" y="4868863"/>
                        <a:ext cx="681355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5" name="Rectangle 7"/>
          <p:cNvSpPr>
            <a:spLocks noChangeArrowheads="1"/>
          </p:cNvSpPr>
          <p:nvPr/>
        </p:nvSpPr>
        <p:spPr bwMode="auto">
          <a:xfrm>
            <a:off x="827088" y="2852738"/>
            <a:ext cx="5905500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TW" sz="2500"/>
              <a:t>Fourier transform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</a:pPr>
            <a:endParaRPr lang="en-US" altLang="zh-TW" sz="2500"/>
          </a:p>
          <a:p>
            <a:pPr lv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</a:pPr>
            <a:endParaRPr lang="en-US" altLang="zh-TW" sz="2500"/>
          </a:p>
          <a:p>
            <a:pPr lv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TW" sz="2500"/>
              <a:t>Inverse Fourier transform</a:t>
            </a:r>
            <a:endParaRPr lang="zh-TW" altLang="en-US" sz="25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11F328-AAB0-1B05-9100-250146929A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609600"/>
            <a:ext cx="7378700" cy="1143000"/>
          </a:xfrm>
        </p:spPr>
        <p:txBody>
          <a:bodyPr/>
          <a:lstStyle/>
          <a:p>
            <a:r>
              <a:rPr lang="en-US" altLang="zh-TW" sz="3200" dirty="0"/>
              <a:t>Introduction to the Fourier Transform and the Frequency Domain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Discrete Fourier transform (DFT)</a:t>
            </a:r>
          </a:p>
          <a:p>
            <a:pPr lvl="1"/>
            <a:r>
              <a:rPr lang="en-US" altLang="zh-TW"/>
              <a:t>Original variable</a:t>
            </a:r>
          </a:p>
          <a:p>
            <a:pPr lvl="1"/>
            <a:endParaRPr lang="en-US" altLang="zh-TW"/>
          </a:p>
          <a:p>
            <a:pPr lvl="1"/>
            <a:endParaRPr lang="en-US" altLang="zh-TW"/>
          </a:p>
          <a:p>
            <a:pPr lvl="1"/>
            <a:r>
              <a:rPr lang="en-US" altLang="zh-TW"/>
              <a:t>Transformed variable</a:t>
            </a:r>
          </a:p>
        </p:txBody>
      </p:sp>
      <p:graphicFrame>
        <p:nvGraphicFramePr>
          <p:cNvPr id="59397" name="Object 5"/>
          <p:cNvGraphicFramePr>
            <a:graphicFrameLocks noChangeAspect="1"/>
          </p:cNvGraphicFramePr>
          <p:nvPr/>
        </p:nvGraphicFramePr>
        <p:xfrm>
          <a:off x="2411413" y="3581400"/>
          <a:ext cx="43180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447165" imgH="203200" progId="Equation.3">
                  <p:embed/>
                </p:oleObj>
              </mc:Choice>
              <mc:Fallback>
                <p:oleObj name="方程式" r:id="rId2" imgW="1447165" imgH="203200" progId="Equation.3">
                  <p:embed/>
                  <p:pic>
                    <p:nvPicPr>
                      <p:cNvPr id="593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581400"/>
                        <a:ext cx="4318000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8" name="Object 6"/>
          <p:cNvGraphicFramePr>
            <a:graphicFrameLocks noChangeAspect="1"/>
          </p:cNvGraphicFramePr>
          <p:nvPr/>
        </p:nvGraphicFramePr>
        <p:xfrm>
          <a:off x="2341563" y="5113338"/>
          <a:ext cx="431800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447165" imgH="203200" progId="Equation.3">
                  <p:embed/>
                </p:oleObj>
              </mc:Choice>
              <mc:Fallback>
                <p:oleObj name="方程式" r:id="rId4" imgW="1447165" imgH="203200" progId="Equation.3">
                  <p:embed/>
                  <p:pic>
                    <p:nvPicPr>
                      <p:cNvPr id="593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1563" y="5113338"/>
                        <a:ext cx="4318000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9542A39-6A8E-0572-6085-A8DA9ADFD5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609600"/>
            <a:ext cx="7378700" cy="1143000"/>
          </a:xfrm>
        </p:spPr>
        <p:txBody>
          <a:bodyPr/>
          <a:lstStyle/>
          <a:p>
            <a:r>
              <a:rPr lang="en-US" altLang="zh-TW" sz="3200" dirty="0"/>
              <a:t>Introduction to the Fourier Transform and the Frequency Domain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graphicFrame>
        <p:nvGraphicFramePr>
          <p:cNvPr id="60420" name="Object 4"/>
          <p:cNvGraphicFramePr>
            <a:graphicFrameLocks noChangeAspect="1"/>
          </p:cNvGraphicFramePr>
          <p:nvPr/>
        </p:nvGraphicFramePr>
        <p:xfrm>
          <a:off x="2139950" y="2082800"/>
          <a:ext cx="5262563" cy="195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765300" imgH="660400" progId="Equation.3">
                  <p:embed/>
                </p:oleObj>
              </mc:Choice>
              <mc:Fallback>
                <p:oleObj name="方程式" r:id="rId2" imgW="1765300" imgH="660400" progId="Equation.3">
                  <p:embed/>
                  <p:pic>
                    <p:nvPicPr>
                      <p:cNvPr id="604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0" y="2082800"/>
                        <a:ext cx="5262563" cy="195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1" name="Object 5"/>
          <p:cNvGraphicFramePr>
            <a:graphicFrameLocks noChangeAspect="1"/>
          </p:cNvGraphicFramePr>
          <p:nvPr/>
        </p:nvGraphicFramePr>
        <p:xfrm>
          <a:off x="2124075" y="4076700"/>
          <a:ext cx="4505325" cy="195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511300" imgH="660400" progId="Equation.3">
                  <p:embed/>
                </p:oleObj>
              </mc:Choice>
              <mc:Fallback>
                <p:oleObj name="方程式" r:id="rId4" imgW="1511300" imgH="660400" progId="Equation.3">
                  <p:embed/>
                  <p:pic>
                    <p:nvPicPr>
                      <p:cNvPr id="604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076700"/>
                        <a:ext cx="4505325" cy="195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5347E3-B0D9-3CF7-3020-D3672D4DE9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609600"/>
            <a:ext cx="7378700" cy="1143000"/>
          </a:xfrm>
        </p:spPr>
        <p:txBody>
          <a:bodyPr/>
          <a:lstStyle/>
          <a:p>
            <a:r>
              <a:rPr lang="en-US" altLang="zh-TW" sz="3200" dirty="0"/>
              <a:t>Introduction to the Fourier Transform and the Frequency Domain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013" y="1827213"/>
            <a:ext cx="7313612" cy="4697412"/>
          </a:xfrm>
        </p:spPr>
        <p:txBody>
          <a:bodyPr/>
          <a:lstStyle/>
          <a:p>
            <a:r>
              <a:rPr lang="en-US" altLang="zh-TW"/>
              <a:t>Basics of filtering in the frequency domain</a:t>
            </a:r>
          </a:p>
          <a:p>
            <a:pPr lvl="1"/>
            <a:r>
              <a:rPr lang="en-US" altLang="zh-TW"/>
              <a:t>1. Multiply the input image by             to center the transform</a:t>
            </a:r>
          </a:p>
          <a:p>
            <a:pPr lvl="1"/>
            <a:r>
              <a:rPr lang="en-US" altLang="zh-TW"/>
              <a:t>2. Compute F(u,v)</a:t>
            </a:r>
          </a:p>
          <a:p>
            <a:pPr lvl="1"/>
            <a:r>
              <a:rPr lang="en-US" altLang="zh-TW"/>
              <a:t>3. Multiply F(u,v) by a filter function H(u,v)</a:t>
            </a:r>
          </a:p>
          <a:p>
            <a:pPr lvl="1"/>
            <a:r>
              <a:rPr lang="en-US" altLang="zh-TW"/>
              <a:t>4. Compute the inverse DFT</a:t>
            </a:r>
          </a:p>
          <a:p>
            <a:pPr lvl="1"/>
            <a:r>
              <a:rPr lang="en-US" altLang="zh-TW"/>
              <a:t>5. Obtain the real part</a:t>
            </a:r>
          </a:p>
          <a:p>
            <a:pPr lvl="1"/>
            <a:r>
              <a:rPr lang="en-US" altLang="zh-TW"/>
              <a:t>6. Multiply the result by </a:t>
            </a:r>
          </a:p>
        </p:txBody>
      </p:sp>
      <p:graphicFrame>
        <p:nvGraphicFramePr>
          <p:cNvPr id="76804" name="Object 4"/>
          <p:cNvGraphicFramePr>
            <a:graphicFrameLocks noChangeAspect="1"/>
          </p:cNvGraphicFramePr>
          <p:nvPr/>
        </p:nvGraphicFramePr>
        <p:xfrm>
          <a:off x="6553200" y="2778836"/>
          <a:ext cx="140335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469900" imgH="228600" progId="Equation.3">
                  <p:embed/>
                </p:oleObj>
              </mc:Choice>
              <mc:Fallback>
                <p:oleObj name="方程式" r:id="rId2" imgW="469900" imgH="228600" progId="Equation.3">
                  <p:embed/>
                  <p:pic>
                    <p:nvPicPr>
                      <p:cNvPr id="768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778836"/>
                        <a:ext cx="1403350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7451639"/>
              </p:ext>
            </p:extLst>
          </p:nvPr>
        </p:nvGraphicFramePr>
        <p:xfrm>
          <a:off x="5715000" y="5842563"/>
          <a:ext cx="140335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469900" imgH="228600" progId="Equation.3">
                  <p:embed/>
                </p:oleObj>
              </mc:Choice>
              <mc:Fallback>
                <p:oleObj name="方程式" r:id="rId4" imgW="469900" imgH="228600" progId="Equation.3">
                  <p:embed/>
                  <p:pic>
                    <p:nvPicPr>
                      <p:cNvPr id="768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842563"/>
                        <a:ext cx="1403350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A2853A5F-68B9-C620-3DDA-A01B9B1F7E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609600"/>
            <a:ext cx="7378700" cy="1143000"/>
          </a:xfrm>
        </p:spPr>
        <p:txBody>
          <a:bodyPr/>
          <a:lstStyle/>
          <a:p>
            <a:r>
              <a:rPr lang="en-US" altLang="zh-TW" sz="3200" dirty="0"/>
              <a:t>Introduction to the Fourier Transform and the Frequency Domain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Fourier transform of the output image</a:t>
            </a:r>
          </a:p>
          <a:p>
            <a:endParaRPr lang="en-US" altLang="zh-TW"/>
          </a:p>
          <a:p>
            <a:endParaRPr lang="en-US" altLang="zh-TW"/>
          </a:p>
          <a:p>
            <a:r>
              <a:rPr lang="en-US" altLang="zh-TW"/>
              <a:t>zero-phase-shift filter</a:t>
            </a:r>
          </a:p>
          <a:p>
            <a:pPr lvl="1"/>
            <a:r>
              <a:rPr lang="en-US" altLang="zh-TW"/>
              <a:t>Real H(u,v)</a:t>
            </a:r>
          </a:p>
        </p:txBody>
      </p:sp>
      <p:graphicFrame>
        <p:nvGraphicFramePr>
          <p:cNvPr id="77828" name="Object 4"/>
          <p:cNvGraphicFramePr>
            <a:graphicFrameLocks noChangeAspect="1"/>
          </p:cNvGraphicFramePr>
          <p:nvPr/>
        </p:nvGraphicFramePr>
        <p:xfrm>
          <a:off x="2055813" y="2997200"/>
          <a:ext cx="4478337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497965" imgH="203200" progId="Equation.3">
                  <p:embed/>
                </p:oleObj>
              </mc:Choice>
              <mc:Fallback>
                <p:oleObj name="方程式" r:id="rId2" imgW="1497965" imgH="203200" progId="Equation.3">
                  <p:embed/>
                  <p:pic>
                    <p:nvPicPr>
                      <p:cNvPr id="778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5813" y="2997200"/>
                        <a:ext cx="4478337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9" name="Object 5"/>
          <p:cNvGraphicFramePr>
            <a:graphicFrameLocks noChangeAspect="1"/>
          </p:cNvGraphicFramePr>
          <p:nvPr/>
        </p:nvGraphicFramePr>
        <p:xfrm>
          <a:off x="2124075" y="4941888"/>
          <a:ext cx="4362450" cy="134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460500" imgH="457200" progId="Equation.3">
                  <p:embed/>
                </p:oleObj>
              </mc:Choice>
              <mc:Fallback>
                <p:oleObj name="方程式" r:id="rId4" imgW="1460500" imgH="457200" progId="Equation.3">
                  <p:embed/>
                  <p:pic>
                    <p:nvPicPr>
                      <p:cNvPr id="778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941888"/>
                        <a:ext cx="4362450" cy="1349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94846CC7-FF07-606A-FAF5-7BB90E88CF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609600"/>
            <a:ext cx="7378700" cy="1143000"/>
          </a:xfrm>
        </p:spPr>
        <p:txBody>
          <a:bodyPr/>
          <a:lstStyle/>
          <a:p>
            <a:r>
              <a:rPr lang="en-US" altLang="zh-TW" sz="3200" dirty="0"/>
              <a:t>Introduction to the Fourier Transform and the Frequency Domain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Inverse Fourier transform of G(u,v)</a:t>
            </a:r>
          </a:p>
          <a:p>
            <a:endParaRPr lang="en-US" altLang="zh-TW"/>
          </a:p>
          <a:p>
            <a:endParaRPr lang="en-US" altLang="zh-TW"/>
          </a:p>
          <a:p>
            <a:r>
              <a:rPr lang="en-US" altLang="zh-TW"/>
              <a:t>The imaginary components of the inverse transform should all be zero</a:t>
            </a:r>
          </a:p>
          <a:p>
            <a:pPr lvl="1"/>
            <a:r>
              <a:rPr lang="en-US" altLang="zh-TW"/>
              <a:t>When the input image and the filter function are real</a:t>
            </a:r>
          </a:p>
        </p:txBody>
      </p:sp>
      <p:graphicFrame>
        <p:nvGraphicFramePr>
          <p:cNvPr id="78852" name="Object 4"/>
          <p:cNvGraphicFramePr>
            <a:graphicFrameLocks noChangeAspect="1"/>
          </p:cNvGraphicFramePr>
          <p:nvPr/>
        </p:nvGraphicFramePr>
        <p:xfrm>
          <a:off x="2971800" y="2743200"/>
          <a:ext cx="22383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749300" imgH="228600" progId="Equation.3">
                  <p:embed/>
                </p:oleObj>
              </mc:Choice>
              <mc:Fallback>
                <p:oleObj name="方程式" r:id="rId2" imgW="749300" imgH="228600" progId="Equation.3">
                  <p:embed/>
                  <p:pic>
                    <p:nvPicPr>
                      <p:cNvPr id="788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743200"/>
                        <a:ext cx="223837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7D3DD237-0F35-886F-4C88-79EE4B8AF3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609600"/>
            <a:ext cx="7378700" cy="1143000"/>
          </a:xfrm>
        </p:spPr>
        <p:txBody>
          <a:bodyPr/>
          <a:lstStyle/>
          <a:p>
            <a:r>
              <a:rPr lang="en-US" altLang="zh-TW" sz="3200" dirty="0"/>
              <a:t>Introduction to the Fourier Transform and the Frequency Domain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844675"/>
            <a:ext cx="8172450" cy="408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ADE462B9-720A-816F-20AA-EBBAD3C954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609600"/>
            <a:ext cx="7378700" cy="1143000"/>
          </a:xfrm>
        </p:spPr>
        <p:txBody>
          <a:bodyPr/>
          <a:lstStyle/>
          <a:p>
            <a:r>
              <a:rPr lang="en-US" altLang="zh-TW" sz="3200" dirty="0"/>
              <a:t>Introduction to the Fourier Transform and the Frequency Domain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Lowpass filter</a:t>
            </a:r>
          </a:p>
          <a:p>
            <a:pPr lvl="1"/>
            <a:r>
              <a:rPr lang="en-US" altLang="zh-TW"/>
              <a:t>Pass low frequencies, attenuate high frequencies</a:t>
            </a:r>
          </a:p>
          <a:p>
            <a:pPr lvl="1"/>
            <a:r>
              <a:rPr lang="en-US" altLang="zh-TW"/>
              <a:t>Blurring</a:t>
            </a:r>
          </a:p>
          <a:p>
            <a:r>
              <a:rPr lang="en-US" altLang="zh-TW"/>
              <a:t>Highpass filter</a:t>
            </a:r>
          </a:p>
          <a:p>
            <a:pPr lvl="1"/>
            <a:r>
              <a:rPr lang="en-US" altLang="zh-TW"/>
              <a:t>Pass high frequencies, attenuate low frequencies</a:t>
            </a:r>
          </a:p>
          <a:p>
            <a:pPr lvl="1"/>
            <a:r>
              <a:rPr lang="en-US" altLang="zh-TW"/>
              <a:t>Edges, noise</a:t>
            </a:r>
          </a:p>
          <a:p>
            <a:pPr lvl="1"/>
            <a:endParaRPr lang="en-US" altLang="zh-TW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B059DA0-461A-F4AE-4D1E-1999CA2B6A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609600"/>
            <a:ext cx="7378700" cy="1143000"/>
          </a:xfrm>
        </p:spPr>
        <p:txBody>
          <a:bodyPr/>
          <a:lstStyle/>
          <a:p>
            <a:r>
              <a:rPr lang="en-US" altLang="zh-TW" sz="3200" dirty="0"/>
              <a:t>Introduction to the Fourier Transform and the Frequency Domain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98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166" y="762000"/>
            <a:ext cx="5961234" cy="558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Smoothing Frequency-Domain Filterers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  <a:p>
            <a:r>
              <a:rPr lang="en-US" altLang="zh-TW" dirty="0"/>
              <a:t>Ideal lowpass filters</a:t>
            </a:r>
          </a:p>
        </p:txBody>
      </p:sp>
      <p:graphicFrame>
        <p:nvGraphicFramePr>
          <p:cNvPr id="880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71372"/>
              </p:ext>
            </p:extLst>
          </p:nvPr>
        </p:nvGraphicFramePr>
        <p:xfrm>
          <a:off x="2891139" y="1989932"/>
          <a:ext cx="3361722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497965" imgH="203200" progId="Equation.3">
                  <p:embed/>
                </p:oleObj>
              </mc:Choice>
              <mc:Fallback>
                <p:oleObj name="方程式" r:id="rId2" imgW="1497965" imgH="203200" progId="Equation.3">
                  <p:embed/>
                  <p:pic>
                    <p:nvPicPr>
                      <p:cNvPr id="880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1139" y="1989932"/>
                        <a:ext cx="3361722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8864161"/>
              </p:ext>
            </p:extLst>
          </p:nvPr>
        </p:nvGraphicFramePr>
        <p:xfrm>
          <a:off x="4782622" y="2585639"/>
          <a:ext cx="3827978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828800" imgH="482600" progId="Equation.3">
                  <p:embed/>
                </p:oleObj>
              </mc:Choice>
              <mc:Fallback>
                <p:oleObj name="方程式" r:id="rId4" imgW="1828800" imgH="482600" progId="Equation.3">
                  <p:embed/>
                  <p:pic>
                    <p:nvPicPr>
                      <p:cNvPr id="880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2622" y="2585639"/>
                        <a:ext cx="3827978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8613319"/>
              </p:ext>
            </p:extLst>
          </p:nvPr>
        </p:nvGraphicFramePr>
        <p:xfrm>
          <a:off x="4361379" y="3427295"/>
          <a:ext cx="4800600" cy="537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2349500" imgH="266700" progId="Equation.3">
                  <p:embed/>
                </p:oleObj>
              </mc:Choice>
              <mc:Fallback>
                <p:oleObj name="方程式" r:id="rId6" imgW="2349500" imgH="266700" progId="Equation.3">
                  <p:embed/>
                  <p:pic>
                    <p:nvPicPr>
                      <p:cNvPr id="880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1379" y="3427295"/>
                        <a:ext cx="4800600" cy="5372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0" y="4126932"/>
            <a:ext cx="6413500" cy="27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Power </a:t>
            </a:r>
            <a:endParaRPr lang="zh-TW" altLang="en-US" dirty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013" y="1628775"/>
            <a:ext cx="7313612" cy="4114800"/>
          </a:xfrm>
        </p:spPr>
        <p:txBody>
          <a:bodyPr/>
          <a:lstStyle/>
          <a:p>
            <a:pPr lvl="1"/>
            <a:r>
              <a:rPr lang="en-US" altLang="zh-TW" dirty="0"/>
              <a:t>Cutoff frequency</a:t>
            </a:r>
          </a:p>
          <a:p>
            <a:pPr lvl="1"/>
            <a:r>
              <a:rPr lang="en-US" altLang="zh-TW" dirty="0"/>
              <a:t>Total image power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Portion of the total power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</p:txBody>
      </p:sp>
      <p:graphicFrame>
        <p:nvGraphicFramePr>
          <p:cNvPr id="890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3039114"/>
              </p:ext>
            </p:extLst>
          </p:nvPr>
        </p:nvGraphicFramePr>
        <p:xfrm>
          <a:off x="5012071" y="1631233"/>
          <a:ext cx="652462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215900" imgH="228600" progId="Equation.3">
                  <p:embed/>
                </p:oleObj>
              </mc:Choice>
              <mc:Fallback>
                <p:oleObj name="方程式" r:id="rId2" imgW="215900" imgH="228600" progId="Equation.3">
                  <p:embed/>
                  <p:pic>
                    <p:nvPicPr>
                      <p:cNvPr id="890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2071" y="1631233"/>
                        <a:ext cx="652462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037472"/>
              </p:ext>
            </p:extLst>
          </p:nvPr>
        </p:nvGraphicFramePr>
        <p:xfrm>
          <a:off x="2286000" y="2676859"/>
          <a:ext cx="2959100" cy="1128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129665" imgH="431800" progId="Equation.3">
                  <p:embed/>
                </p:oleObj>
              </mc:Choice>
              <mc:Fallback>
                <p:oleObj name="方程式" r:id="rId4" imgW="1129665" imgH="431800" progId="Equation.3">
                  <p:embed/>
                  <p:pic>
                    <p:nvPicPr>
                      <p:cNvPr id="890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676859"/>
                        <a:ext cx="2959100" cy="1128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9612636"/>
              </p:ext>
            </p:extLst>
          </p:nvPr>
        </p:nvGraphicFramePr>
        <p:xfrm>
          <a:off x="2057400" y="4238624"/>
          <a:ext cx="4103688" cy="1187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1663700" imgH="482600" progId="Equation.3">
                  <p:embed/>
                </p:oleObj>
              </mc:Choice>
              <mc:Fallback>
                <p:oleObj name="方程式" r:id="rId6" imgW="1663700" imgH="482600" progId="Equation.3">
                  <p:embed/>
                  <p:pic>
                    <p:nvPicPr>
                      <p:cNvPr id="8909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238624"/>
                        <a:ext cx="4103688" cy="11878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052" y="2759799"/>
            <a:ext cx="3585711" cy="2343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177" y="1682136"/>
            <a:ext cx="2899566" cy="4359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6133439"/>
            <a:ext cx="3940973" cy="395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5639AE-0909-9257-EFE7-8DAA04B7F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609600"/>
            <a:ext cx="7378700" cy="1143000"/>
          </a:xfrm>
        </p:spPr>
        <p:txBody>
          <a:bodyPr/>
          <a:lstStyle/>
          <a:p>
            <a:r>
              <a:rPr lang="en-US" altLang="zh-TW" sz="3200" dirty="0"/>
              <a:t>Smoothing Frequency-Domain Filterers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Butterworth lowpass filters</a:t>
            </a:r>
            <a:endParaRPr lang="zh-TW" altLang="en-US" dirty="0"/>
          </a:p>
        </p:txBody>
      </p:sp>
      <p:graphicFrame>
        <p:nvGraphicFramePr>
          <p:cNvPr id="921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2093203"/>
              </p:ext>
            </p:extLst>
          </p:nvPr>
        </p:nvGraphicFramePr>
        <p:xfrm>
          <a:off x="1245623" y="1720645"/>
          <a:ext cx="3370263" cy="847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739900" imgH="444500" progId="Equation.3">
                  <p:embed/>
                </p:oleObj>
              </mc:Choice>
              <mc:Fallback>
                <p:oleObj name="方程式" r:id="rId2" imgW="1739900" imgH="444500" progId="Equation.3">
                  <p:embed/>
                  <p:pic>
                    <p:nvPicPr>
                      <p:cNvPr id="921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5623" y="1720645"/>
                        <a:ext cx="3370263" cy="8479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853986"/>
              </p:ext>
            </p:extLst>
          </p:nvPr>
        </p:nvGraphicFramePr>
        <p:xfrm>
          <a:off x="1245623" y="2717632"/>
          <a:ext cx="4550626" cy="509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2349500" imgH="266700" progId="Equation.3">
                  <p:embed/>
                </p:oleObj>
              </mc:Choice>
              <mc:Fallback>
                <p:oleObj name="方程式" r:id="rId4" imgW="2349500" imgH="266700" progId="Equation.3">
                  <p:embed/>
                  <p:pic>
                    <p:nvPicPr>
                      <p:cNvPr id="921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5623" y="2717632"/>
                        <a:ext cx="4550626" cy="5093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3276774"/>
              </p:ext>
            </p:extLst>
          </p:nvPr>
        </p:nvGraphicFramePr>
        <p:xfrm>
          <a:off x="5181600" y="2033709"/>
          <a:ext cx="1356338" cy="334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825500" imgH="203200" progId="Equation.3">
                  <p:embed/>
                </p:oleObj>
              </mc:Choice>
              <mc:Fallback>
                <p:oleObj name="方程式" r:id="rId6" imgW="825500" imgH="203200" progId="Equation.3">
                  <p:embed/>
                  <p:pic>
                    <p:nvPicPr>
                      <p:cNvPr id="921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033709"/>
                        <a:ext cx="1356338" cy="3344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5427398"/>
              </p:ext>
            </p:extLst>
          </p:nvPr>
        </p:nvGraphicFramePr>
        <p:xfrm>
          <a:off x="7511278" y="2056857"/>
          <a:ext cx="1239022" cy="359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787400" imgH="228600" progId="Equation.3">
                  <p:embed/>
                </p:oleObj>
              </mc:Choice>
              <mc:Fallback>
                <p:oleObj name="方程式" r:id="rId8" imgW="787400" imgH="228600" progId="Equation.3">
                  <p:embed/>
                  <p:pic>
                    <p:nvPicPr>
                      <p:cNvPr id="9216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1278" y="2056857"/>
                        <a:ext cx="1239022" cy="3591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810000"/>
            <a:ext cx="4724400" cy="2018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550" y="2368162"/>
            <a:ext cx="2891250" cy="4212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0739" y="1676400"/>
            <a:ext cx="8077200" cy="1752600"/>
          </a:xfrm>
        </p:spPr>
        <p:txBody>
          <a:bodyPr/>
          <a:lstStyle/>
          <a:p>
            <a:r>
              <a:rPr lang="en-US" altLang="zh-TW" sz="1600" dirty="0"/>
              <a:t>Butterworth lowpass filters</a:t>
            </a:r>
          </a:p>
          <a:p>
            <a:pPr lvl="1"/>
            <a:r>
              <a:rPr lang="en-US" altLang="zh-TW" sz="1600" dirty="0"/>
              <a:t>Order 1: No ringing</a:t>
            </a:r>
          </a:p>
          <a:p>
            <a:pPr lvl="1"/>
            <a:r>
              <a:rPr lang="en-US" altLang="zh-TW" sz="1600" dirty="0"/>
              <a:t>Order 2: Imperceptible ringing</a:t>
            </a:r>
          </a:p>
          <a:p>
            <a:pPr lvl="1"/>
            <a:r>
              <a:rPr lang="en-US" altLang="zh-TW" sz="1600" dirty="0"/>
              <a:t>Higher order: Ringing becomes a significant factor</a:t>
            </a:r>
          </a:p>
          <a:p>
            <a:pPr lvl="1"/>
            <a:r>
              <a:rPr lang="en-US" sz="1600" dirty="0">
                <a:ea typeface="+mn-ea"/>
                <a:cs typeface="+mn-cs"/>
              </a:rPr>
              <a:t>The main cause of ringing artifacts is overshoot and oscillations in the step response of a filter. The main cause of ringing artifacts is due to a signal being bandlimited</a:t>
            </a:r>
            <a:endParaRPr lang="en-US" altLang="zh-TW" sz="1600" dirty="0">
              <a:ea typeface="+mn-ea"/>
              <a:cs typeface="+mn-cs"/>
            </a:endParaRPr>
          </a:p>
          <a:p>
            <a:pPr lvl="1"/>
            <a:endParaRPr lang="en-US" altLang="zh-TW" sz="1600" dirty="0"/>
          </a:p>
        </p:txBody>
      </p:sp>
      <p:pic>
        <p:nvPicPr>
          <p:cNvPr id="104450" name="Picture 2" descr="Ringing artifacts - Wikipedia">
            <a:extLst>
              <a:ext uri="{FF2B5EF4-FFF2-40B4-BE49-F238E27FC236}">
                <a16:creationId xmlns:a16="http://schemas.microsoft.com/office/drawing/2014/main" id="{28F32DED-0EB0-5160-71B3-BF7A67DB1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7373" y="1840681"/>
            <a:ext cx="1395650" cy="1048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8BB03DB1-48E7-80D4-7D66-7CFB779D4D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609600"/>
            <a:ext cx="7378700" cy="1143000"/>
          </a:xfrm>
        </p:spPr>
        <p:txBody>
          <a:bodyPr/>
          <a:lstStyle/>
          <a:p>
            <a:r>
              <a:rPr lang="en-US" altLang="zh-TW" dirty="0"/>
              <a:t>Butterworth lowpass filters</a:t>
            </a:r>
            <a:endParaRPr lang="zh-TW" altLang="en-US" dirty="0"/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350" y="3429000"/>
            <a:ext cx="5575300" cy="3370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Gaussian filter</a:t>
            </a:r>
            <a:endParaRPr lang="zh-TW" altLang="en-US" dirty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graphicFrame>
        <p:nvGraphicFramePr>
          <p:cNvPr id="860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9697779"/>
              </p:ext>
            </p:extLst>
          </p:nvPr>
        </p:nvGraphicFramePr>
        <p:xfrm>
          <a:off x="4267200" y="1782097"/>
          <a:ext cx="1751013" cy="415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054100" imgH="254000" progId="Equation.3">
                  <p:embed/>
                </p:oleObj>
              </mc:Choice>
              <mc:Fallback>
                <p:oleObj name="方程式" r:id="rId2" imgW="1054100" imgH="254000" progId="Equation.3">
                  <p:embed/>
                  <p:pic>
                    <p:nvPicPr>
                      <p:cNvPr id="860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782097"/>
                        <a:ext cx="1751013" cy="4156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4268813"/>
              </p:ext>
            </p:extLst>
          </p:nvPr>
        </p:nvGraphicFramePr>
        <p:xfrm>
          <a:off x="1263456" y="1801256"/>
          <a:ext cx="2299087" cy="415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384300" imgH="254000" progId="Equation.3">
                  <p:embed/>
                </p:oleObj>
              </mc:Choice>
              <mc:Fallback>
                <p:oleObj name="方程式" r:id="rId4" imgW="1384300" imgH="254000" progId="Equation.3">
                  <p:embed/>
                  <p:pic>
                    <p:nvPicPr>
                      <p:cNvPr id="860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456" y="1801256"/>
                        <a:ext cx="2299087" cy="4156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669" y="2385775"/>
            <a:ext cx="5562600" cy="3862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70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6884717"/>
              </p:ext>
            </p:extLst>
          </p:nvPr>
        </p:nvGraphicFramePr>
        <p:xfrm>
          <a:off x="381000" y="6190589"/>
          <a:ext cx="2813232" cy="393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790700" imgH="254000" progId="Equation.3">
                  <p:embed/>
                </p:oleObj>
              </mc:Choice>
              <mc:Fallback>
                <p:oleObj name="方程式" r:id="rId7" imgW="1790700" imgH="254000" progId="Equation.3">
                  <p:embed/>
                  <p:pic>
                    <p:nvPicPr>
                      <p:cNvPr id="870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6190589"/>
                        <a:ext cx="2813232" cy="3930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771479"/>
              </p:ext>
            </p:extLst>
          </p:nvPr>
        </p:nvGraphicFramePr>
        <p:xfrm>
          <a:off x="3562543" y="6066760"/>
          <a:ext cx="4751387" cy="448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2654300" imgH="254000" progId="Equation.3">
                  <p:embed/>
                </p:oleObj>
              </mc:Choice>
              <mc:Fallback>
                <p:oleObj name="方程式" r:id="rId9" imgW="2654300" imgH="254000" progId="Equation.3">
                  <p:embed/>
                  <p:pic>
                    <p:nvPicPr>
                      <p:cNvPr id="870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2543" y="6066760"/>
                        <a:ext cx="4751387" cy="4480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303882"/>
              </p:ext>
            </p:extLst>
          </p:nvPr>
        </p:nvGraphicFramePr>
        <p:xfrm>
          <a:off x="3223806" y="6509307"/>
          <a:ext cx="1624239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1" imgW="1116965" imgH="215900" progId="Equation.3">
                  <p:embed/>
                </p:oleObj>
              </mc:Choice>
              <mc:Fallback>
                <p:oleObj name="方程式" r:id="rId11" imgW="1116965" imgH="215900" progId="Equation.3">
                  <p:embed/>
                  <p:pic>
                    <p:nvPicPr>
                      <p:cNvPr id="870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3806" y="6509307"/>
                        <a:ext cx="1624239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1800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122" y="3124200"/>
            <a:ext cx="4217043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159" y="1752600"/>
            <a:ext cx="3290224" cy="4861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E04036A-DCED-4C34-D441-1DA4153612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609600"/>
            <a:ext cx="7378700" cy="1143000"/>
          </a:xfrm>
        </p:spPr>
        <p:txBody>
          <a:bodyPr/>
          <a:lstStyle/>
          <a:p>
            <a:r>
              <a:rPr lang="en-US" altLang="zh-TW" dirty="0"/>
              <a:t>Gaussian filter</a:t>
            </a:r>
            <a:endParaRPr lang="zh-TW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Homomorphic Filtering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Illumination and reflectance components</a:t>
            </a:r>
          </a:p>
          <a:p>
            <a:endParaRPr lang="en-US" altLang="zh-TW" dirty="0"/>
          </a:p>
          <a:p>
            <a:r>
              <a:rPr lang="en-US" altLang="zh-TW" dirty="0"/>
              <a:t>Derivations</a:t>
            </a:r>
          </a:p>
        </p:txBody>
      </p:sp>
      <p:graphicFrame>
        <p:nvGraphicFramePr>
          <p:cNvPr id="1075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198856"/>
              </p:ext>
            </p:extLst>
          </p:nvPr>
        </p:nvGraphicFramePr>
        <p:xfrm>
          <a:off x="2819400" y="2840138"/>
          <a:ext cx="2990850" cy="431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409065" imgH="203200" progId="Equation.3">
                  <p:embed/>
                </p:oleObj>
              </mc:Choice>
              <mc:Fallback>
                <p:oleObj name="方程式" r:id="rId2" imgW="1409065" imgH="203200" progId="Equation.3">
                  <p:embed/>
                  <p:pic>
                    <p:nvPicPr>
                      <p:cNvPr id="1075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840138"/>
                        <a:ext cx="2990850" cy="4315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2124084"/>
              </p:ext>
            </p:extLst>
          </p:nvPr>
        </p:nvGraphicFramePr>
        <p:xfrm>
          <a:off x="1066800" y="3928504"/>
          <a:ext cx="3973520" cy="431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993265" imgH="215900" progId="Equation.3">
                  <p:embed/>
                </p:oleObj>
              </mc:Choice>
              <mc:Fallback>
                <p:oleObj name="方程式" r:id="rId4" imgW="1993265" imgH="215900" progId="Equation.3">
                  <p:embed/>
                  <p:pic>
                    <p:nvPicPr>
                      <p:cNvPr id="1075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928504"/>
                        <a:ext cx="3973520" cy="4315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6342796"/>
              </p:ext>
            </p:extLst>
          </p:nvPr>
        </p:nvGraphicFramePr>
        <p:xfrm>
          <a:off x="5391662" y="3747991"/>
          <a:ext cx="3324225" cy="814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1765300" imgH="431800" progId="Equation.3">
                  <p:embed/>
                </p:oleObj>
              </mc:Choice>
              <mc:Fallback>
                <p:oleObj name="方程式" r:id="rId6" imgW="1765300" imgH="431800" progId="Equation.3">
                  <p:embed/>
                  <p:pic>
                    <p:nvPicPr>
                      <p:cNvPr id="1075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662" y="3747991"/>
                        <a:ext cx="3324225" cy="8145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2436095"/>
              </p:ext>
            </p:extLst>
          </p:nvPr>
        </p:nvGraphicFramePr>
        <p:xfrm>
          <a:off x="1676400" y="4523014"/>
          <a:ext cx="3973520" cy="7316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2349500" imgH="431800" progId="Equation.3">
                  <p:embed/>
                </p:oleObj>
              </mc:Choice>
              <mc:Fallback>
                <p:oleObj name="方程式" r:id="rId8" imgW="2349500" imgH="431800" progId="Equation.3">
                  <p:embed/>
                  <p:pic>
                    <p:nvPicPr>
                      <p:cNvPr id="389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523014"/>
                        <a:ext cx="3973520" cy="7316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630910"/>
              </p:ext>
            </p:extLst>
          </p:nvPr>
        </p:nvGraphicFramePr>
        <p:xfrm>
          <a:off x="2514601" y="5337594"/>
          <a:ext cx="2971800" cy="412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0" imgW="1651000" imgH="228600" progId="Equation.3">
                  <p:embed/>
                </p:oleObj>
              </mc:Choice>
              <mc:Fallback>
                <p:oleObj name="方程式" r:id="rId10" imgW="1651000" imgH="228600" progId="Equation.3">
                  <p:embed/>
                  <p:pic>
                    <p:nvPicPr>
                      <p:cNvPr id="389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1" y="5337594"/>
                        <a:ext cx="2971800" cy="4124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39" name="Rectangle 3"/>
          <p:cNvSpPr txBox="1">
            <a:spLocks noChangeArrowheads="1"/>
          </p:cNvSpPr>
          <p:nvPr/>
        </p:nvSpPr>
        <p:spPr bwMode="auto">
          <a:xfrm>
            <a:off x="1189672" y="5661343"/>
            <a:ext cx="7958138" cy="84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w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lvl="1"/>
            <a:r>
              <a:rPr lang="en-US" altLang="zh-TW" sz="1600" kern="0" dirty="0"/>
              <a:t>Decrease the contribution made by the low frequencies (illumination)</a:t>
            </a:r>
          </a:p>
          <a:p>
            <a:pPr lvl="1"/>
            <a:r>
              <a:rPr lang="en-US" altLang="zh-TW" sz="1600" kern="0" dirty="0"/>
              <a:t>Amplify the contribution made by high frequencies (reflectance)</a:t>
            </a:r>
          </a:p>
          <a:p>
            <a:pPr lvl="1"/>
            <a:r>
              <a:rPr lang="en-US" altLang="zh-TW" sz="1600" kern="0" dirty="0"/>
              <a:t>Simultaneous dynamic range compression and contrast enhancement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2162" y="1722120"/>
            <a:ext cx="7958138" cy="3881437"/>
          </a:xfrm>
        </p:spPr>
        <p:txBody>
          <a:bodyPr/>
          <a:lstStyle/>
          <a:p>
            <a:r>
              <a:rPr lang="en-US" altLang="zh-TW" dirty="0"/>
              <a:t>Frequency domain</a:t>
            </a:r>
          </a:p>
          <a:p>
            <a:endParaRPr lang="en-US" altLang="zh-TW" dirty="0"/>
          </a:p>
          <a:p>
            <a:r>
              <a:rPr lang="en-US" altLang="zh-TW" dirty="0"/>
              <a:t>Spatial domain</a:t>
            </a:r>
          </a:p>
        </p:txBody>
      </p:sp>
      <p:graphicFrame>
        <p:nvGraphicFramePr>
          <p:cNvPr id="1095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9408101"/>
              </p:ext>
            </p:extLst>
          </p:nvPr>
        </p:nvGraphicFramePr>
        <p:xfrm>
          <a:off x="1543350" y="2293849"/>
          <a:ext cx="4023059" cy="691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2514600" imgH="431800" progId="Equation.3">
                  <p:embed/>
                </p:oleObj>
              </mc:Choice>
              <mc:Fallback>
                <p:oleObj name="方程式" r:id="rId2" imgW="2514600" imgH="431800" progId="Equation.3">
                  <p:embed/>
                  <p:pic>
                    <p:nvPicPr>
                      <p:cNvPr id="1095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350" y="2293849"/>
                        <a:ext cx="4023059" cy="6919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9917342"/>
              </p:ext>
            </p:extLst>
          </p:nvPr>
        </p:nvGraphicFramePr>
        <p:xfrm>
          <a:off x="1535730" y="3409705"/>
          <a:ext cx="3733800" cy="1466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879600" imgH="736600" progId="Equation.3">
                  <p:embed/>
                </p:oleObj>
              </mc:Choice>
              <mc:Fallback>
                <p:oleObj name="方程式" r:id="rId4" imgW="1879600" imgH="736600" progId="Equation.3">
                  <p:embed/>
                  <p:pic>
                    <p:nvPicPr>
                      <p:cNvPr id="1095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5730" y="3409705"/>
                        <a:ext cx="3733800" cy="14665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FCF23658-AB5F-1B26-F198-6018AF76D2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609600"/>
            <a:ext cx="7378700" cy="1143000"/>
          </a:xfrm>
        </p:spPr>
        <p:txBody>
          <a:bodyPr/>
          <a:lstStyle/>
          <a:p>
            <a:r>
              <a:rPr lang="en-US" altLang="zh-TW" dirty="0"/>
              <a:t>Homomorphic Filtering</a:t>
            </a:r>
          </a:p>
        </p:txBody>
      </p:sp>
      <p:pic>
        <p:nvPicPr>
          <p:cNvPr id="11060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250" y="4936726"/>
            <a:ext cx="6103937" cy="85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105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0554754"/>
              </p:ext>
            </p:extLst>
          </p:nvPr>
        </p:nvGraphicFramePr>
        <p:xfrm>
          <a:off x="951832" y="5705619"/>
          <a:ext cx="2983580" cy="399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803400" imgH="241300" progId="Equation.3">
                  <p:embed/>
                </p:oleObj>
              </mc:Choice>
              <mc:Fallback>
                <p:oleObj name="方程式" r:id="rId7" imgW="1803400" imgH="241300" progId="Equation.3">
                  <p:embed/>
                  <p:pic>
                    <p:nvPicPr>
                      <p:cNvPr id="1105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1832" y="5705619"/>
                        <a:ext cx="2983580" cy="3999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9488269"/>
              </p:ext>
            </p:extLst>
          </p:nvPr>
        </p:nvGraphicFramePr>
        <p:xfrm>
          <a:off x="4617814" y="5719766"/>
          <a:ext cx="3704461" cy="460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1841500" imgH="228600" progId="Equation.3">
                  <p:embed/>
                </p:oleObj>
              </mc:Choice>
              <mc:Fallback>
                <p:oleObj name="方程式" r:id="rId9" imgW="1841500" imgH="228600" progId="Equation.3">
                  <p:embed/>
                  <p:pic>
                    <p:nvPicPr>
                      <p:cNvPr id="1105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7814" y="5719766"/>
                        <a:ext cx="3704461" cy="4609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338959"/>
              </p:ext>
            </p:extLst>
          </p:nvPr>
        </p:nvGraphicFramePr>
        <p:xfrm>
          <a:off x="858202" y="6070661"/>
          <a:ext cx="3206750" cy="414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1" imgW="1574800" imgH="203200" progId="Equation.3">
                  <p:embed/>
                </p:oleObj>
              </mc:Choice>
              <mc:Fallback>
                <p:oleObj name="方程式" r:id="rId11" imgW="1574800" imgH="203200" progId="Equation.3">
                  <p:embed/>
                  <p:pic>
                    <p:nvPicPr>
                      <p:cNvPr id="1105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202" y="6070661"/>
                        <a:ext cx="3206750" cy="4143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172123"/>
              </p:ext>
            </p:extLst>
          </p:nvPr>
        </p:nvGraphicFramePr>
        <p:xfrm>
          <a:off x="4594860" y="6078708"/>
          <a:ext cx="3359150" cy="812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3" imgW="1892300" imgH="457200" progId="Equation.3">
                  <p:embed/>
                </p:oleObj>
              </mc:Choice>
              <mc:Fallback>
                <p:oleObj name="方程式" r:id="rId13" imgW="1892300" imgH="457200" progId="Equation.3">
                  <p:embed/>
                  <p:pic>
                    <p:nvPicPr>
                      <p:cNvPr id="1105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4860" y="6078708"/>
                        <a:ext cx="3359150" cy="8126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781" y="2590800"/>
            <a:ext cx="7018338" cy="2888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076031C-1C8F-9D36-DBD1-716FAAE4CC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609600"/>
            <a:ext cx="7378700" cy="1143000"/>
          </a:xfrm>
        </p:spPr>
        <p:txBody>
          <a:bodyPr/>
          <a:lstStyle/>
          <a:p>
            <a:r>
              <a:rPr lang="en-US" altLang="zh-TW" dirty="0"/>
              <a:t>Homomorphic Filtering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aight Edge">
  <a:themeElements>
    <a:clrScheme name="Straight Edge 2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Straight Edg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raight Edge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ight Edge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Designs\Straight Edge.pot</Template>
  <TotalTime>11845</TotalTime>
  <Words>430</Words>
  <Application>Microsoft Office PowerPoint</Application>
  <PresentationFormat>On-screen Show (4:3)</PresentationFormat>
  <Paragraphs>91</Paragraphs>
  <Slides>22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宋体</vt:lpstr>
      <vt:lpstr>Times New Roman</vt:lpstr>
      <vt:lpstr>Wingdings</vt:lpstr>
      <vt:lpstr>Straight Edge</vt:lpstr>
      <vt:lpstr>方程式</vt:lpstr>
      <vt:lpstr>PowerPoint Presentation</vt:lpstr>
      <vt:lpstr>Background</vt:lpstr>
      <vt:lpstr>Introduction to the Fourier Transform and the Frequency Domain</vt:lpstr>
      <vt:lpstr>Introduction to the Fourier Transform and the Frequency Domain</vt:lpstr>
      <vt:lpstr>Introduction to the Fourier Transform and the Frequency Domain</vt:lpstr>
      <vt:lpstr>Introduction to the Fourier Transform and the Frequency Domain</vt:lpstr>
      <vt:lpstr>Introduction to the Fourier Transform and the Frequency Domain</vt:lpstr>
      <vt:lpstr>Introduction to the Fourier Transform and the Frequency Domain</vt:lpstr>
      <vt:lpstr>Introduction to the Fourier Transform and the Frequency Domain</vt:lpstr>
      <vt:lpstr>Introduction to the Fourier Transform and the Frequency Domain</vt:lpstr>
      <vt:lpstr>Introduction to the Fourier Transform and the Frequency Domain</vt:lpstr>
      <vt:lpstr>PowerPoint Presentation</vt:lpstr>
      <vt:lpstr>Smoothing Frequency-Domain Filterers</vt:lpstr>
      <vt:lpstr>Power </vt:lpstr>
      <vt:lpstr>Smoothing Frequency-Domain Filterers</vt:lpstr>
      <vt:lpstr>Butterworth lowpass filters</vt:lpstr>
      <vt:lpstr>Butterworth lowpass filters</vt:lpstr>
      <vt:lpstr>Gaussian filter</vt:lpstr>
      <vt:lpstr>Gaussian filter</vt:lpstr>
      <vt:lpstr>Homomorphic Filtering</vt:lpstr>
      <vt:lpstr>Homomorphic Filtering</vt:lpstr>
      <vt:lpstr>Homomorphic Filtering</vt:lpstr>
    </vt:vector>
  </TitlesOfParts>
  <Company>IBM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Content-Based Retrieval (CBR) -in multimedia systems</dc:title>
  <dc:creator>CHAO CAI</dc:creator>
  <cp:lastModifiedBy>Dr Shahid Ismail</cp:lastModifiedBy>
  <cp:revision>802</cp:revision>
  <cp:lastPrinted>2022-10-10T16:31:42Z</cp:lastPrinted>
  <dcterms:created xsi:type="dcterms:W3CDTF">2006-02-25T01:58:35Z</dcterms:created>
  <dcterms:modified xsi:type="dcterms:W3CDTF">2025-02-15T05:15:13Z</dcterms:modified>
</cp:coreProperties>
</file>